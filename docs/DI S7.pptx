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70" r:id="rId2"/>
    <p:sldId id="297" r:id="rId3"/>
    <p:sldId id="296" r:id="rId4"/>
    <p:sldId id="281" r:id="rId5"/>
    <p:sldId id="298" r:id="rId6"/>
    <p:sldId id="301" r:id="rId7"/>
    <p:sldId id="302" r:id="rId8"/>
    <p:sldId id="303" r:id="rId9"/>
    <p:sldId id="304" r:id="rId10"/>
    <p:sldId id="305" r:id="rId11"/>
    <p:sldId id="306" r:id="rId12"/>
    <p:sldId id="307" r:id="rId13"/>
    <p:sldId id="308" r:id="rId14"/>
    <p:sldId id="309" r:id="rId15"/>
    <p:sldId id="310" r:id="rId16"/>
    <p:sldId id="311" r:id="rId17"/>
    <p:sldId id="312" r:id="rId18"/>
    <p:sldId id="313" r:id="rId19"/>
    <p:sldId id="314" r:id="rId20"/>
    <p:sldId id="287" r:id="rId21"/>
  </p:sldIdLst>
  <p:sldSz cx="9144000" cy="6858000" type="screen4x3"/>
  <p:notesSz cx="6858000" cy="9144000"/>
  <p:defaultTextStyle>
    <a:defPPr>
      <a:defRPr lang="es-G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78" d="100"/>
          <a:sy n="78" d="100"/>
        </p:scale>
        <p:origin x="1594" y="6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sp>
        <p:nvSpPr>
          <p:cNvPr id="10" name="9 Triángulo rectángulo"/>
          <p:cNvSpPr/>
          <p:nvPr/>
        </p:nvSpPr>
        <p:spPr>
          <a:xfrm>
            <a:off x="-2" y="4664147"/>
            <a:ext cx="9151089"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8 Título"/>
          <p:cNvSpPr>
            <a:spLocks noGrp="1"/>
          </p:cNvSpPr>
          <p:nvPr>
            <p:ph type="ctrTitle"/>
          </p:nvPr>
        </p:nvSpPr>
        <p:spPr>
          <a:xfrm>
            <a:off x="685800" y="1752601"/>
            <a:ext cx="7772400" cy="1829761"/>
          </a:xfrm>
        </p:spPr>
        <p:txBody>
          <a:bodyPr vert="horz" anchor="b">
            <a:normAutofit/>
            <a:scene3d>
              <a:camera prst="orthographicFront"/>
              <a:lightRig rig="soft" dir="t"/>
            </a:scene3d>
            <a:sp3d prstMaterial="softEdge">
              <a:bevelT w="25400" h="25400"/>
            </a:sp3d>
          </a:bodyPr>
          <a:lstStyle>
            <a:lvl1pPr algn="r">
              <a:defRPr sz="4800" b="1">
                <a:solidFill>
                  <a:schemeClr val="tx2"/>
                </a:solidFill>
                <a:effectLst>
                  <a:outerShdw blurRad="31750" dist="25400" dir="5400000" algn="tl" rotWithShape="0">
                    <a:srgbClr val="000000">
                      <a:alpha val="25000"/>
                    </a:srgbClr>
                  </a:outerShdw>
                </a:effectLst>
              </a:defRPr>
            </a:lvl1pPr>
          </a:lstStyle>
          <a:p>
            <a:r>
              <a:rPr kumimoji="0" lang="es-ES"/>
              <a:t>Haga clic para modificar el estilo de título del patrón</a:t>
            </a:r>
            <a:endParaRPr kumimoji="0" lang="en-US"/>
          </a:p>
        </p:txBody>
      </p:sp>
      <p:sp>
        <p:nvSpPr>
          <p:cNvPr id="17" name="16 Subtítulo"/>
          <p:cNvSpPr>
            <a:spLocks noGrp="1"/>
          </p:cNvSpPr>
          <p:nvPr>
            <p:ph type="subTitle" idx="1" hasCustomPrompt="1"/>
          </p:nvPr>
        </p:nvSpPr>
        <p:spPr>
          <a:xfrm>
            <a:off x="685800" y="3611607"/>
            <a:ext cx="7772400" cy="1199704"/>
          </a:xfrm>
        </p:spPr>
        <p:txBody>
          <a:bodyPr lIns="45720" rIns="45720"/>
          <a:lstStyle>
            <a:lvl1pPr marL="0" marR="64135"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s-ES"/>
              <a:t>Haga clic para modificar el estilo de subtítulo del patrón</a:t>
            </a:r>
            <a:endParaRPr kumimoji="0" lang="en-US"/>
          </a:p>
        </p:txBody>
      </p:sp>
      <p:grpSp>
        <p:nvGrpSpPr>
          <p:cNvPr id="2" name="1 Grupo"/>
          <p:cNvGrpSpPr/>
          <p:nvPr/>
        </p:nvGrpSpPr>
        <p:grpSpPr>
          <a:xfrm>
            <a:off x="-3765" y="4953000"/>
            <a:ext cx="9147765" cy="1912088"/>
            <a:chOff x="-3765" y="4832896"/>
            <a:chExt cx="9147765" cy="2032192"/>
          </a:xfrm>
        </p:grpSpPr>
        <p:sp>
          <p:nvSpPr>
            <p:cNvPr id="7" name="6 Forma libre"/>
            <p:cNvSpPr/>
            <p:nvPr/>
          </p:nvSpPr>
          <p:spPr bwMode="auto">
            <a:xfrm>
              <a:off x="1687513" y="4832896"/>
              <a:ext cx="7456487" cy="51881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8" name="7 Forma libre"/>
            <p:cNvSpPr/>
            <p:nvPr/>
          </p:nvSpPr>
          <p:spPr bwMode="auto">
            <a:xfrm>
              <a:off x="35443" y="5135526"/>
              <a:ext cx="910855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1" name="10 Forma libre"/>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2" name="11 Conector recto"/>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30" name="29 Marcador de fecha"/>
          <p:cNvSpPr>
            <a:spLocks noGrp="1"/>
          </p:cNvSpPr>
          <p:nvPr>
            <p:ph type="dt" sz="half" idx="10"/>
          </p:nvPr>
        </p:nvSpPr>
        <p:spPr/>
        <p:txBody>
          <a:bodyPr/>
          <a:lstStyle>
            <a:lvl1pPr>
              <a:defRPr>
                <a:solidFill>
                  <a:srgbClr val="FFFFFF"/>
                </a:solidFill>
              </a:defRPr>
            </a:lvl1pPr>
          </a:lstStyle>
          <a:p>
            <a:fld id="{DB10F4DA-7ABF-4333-9F09-CDDAEC5E31F4}" type="datetimeFigureOut">
              <a:rPr lang="es-GT" smtClean="0"/>
              <a:t>5/04/2024</a:t>
            </a:fld>
            <a:endParaRPr lang="es-GT"/>
          </a:p>
        </p:txBody>
      </p:sp>
      <p:sp>
        <p:nvSpPr>
          <p:cNvPr id="19" name="18 Marcador de pie de página"/>
          <p:cNvSpPr>
            <a:spLocks noGrp="1"/>
          </p:cNvSpPr>
          <p:nvPr>
            <p:ph type="ftr" sz="quarter" idx="11"/>
          </p:nvPr>
        </p:nvSpPr>
        <p:spPr/>
        <p:txBody>
          <a:bodyPr/>
          <a:lstStyle>
            <a:lvl1pPr>
              <a:defRPr>
                <a:solidFill>
                  <a:schemeClr val="accent1">
                    <a:tint val="20000"/>
                  </a:schemeClr>
                </a:solidFill>
              </a:defRPr>
            </a:lvl1pPr>
          </a:lstStyle>
          <a:p>
            <a:endParaRPr lang="es-GT"/>
          </a:p>
        </p:txBody>
      </p:sp>
      <p:sp>
        <p:nvSpPr>
          <p:cNvPr id="27" name="26 Marcador de número de diapositiva"/>
          <p:cNvSpPr>
            <a:spLocks noGrp="1"/>
          </p:cNvSpPr>
          <p:nvPr>
            <p:ph type="sldNum" sz="quarter" idx="12"/>
          </p:nvPr>
        </p:nvSpPr>
        <p:spPr/>
        <p:txBody>
          <a:bodyPr/>
          <a:lstStyle>
            <a:lvl1pPr>
              <a:defRPr>
                <a:solidFill>
                  <a:srgbClr val="FFFFFF"/>
                </a:solidFill>
              </a:defRPr>
            </a:lvl1pPr>
          </a:lstStyle>
          <a:p>
            <a:fld id="{766E8B9F-E061-43FD-AF5A-7FD9AD969838}" type="slidenum">
              <a:rPr lang="es-GT" smtClean="0"/>
              <a:t>‹Nº›</a:t>
            </a:fld>
            <a:endParaRPr lang="es-GT"/>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3" name="2 Marcador de contenido"/>
          <p:cNvSpPr>
            <a:spLocks noGrp="1"/>
          </p:cNvSpPr>
          <p:nvPr>
            <p:ph idx="1" hasCustomPrompt="1"/>
          </p:nvPr>
        </p:nvSpPr>
        <p:spPr/>
        <p:txBody>
          <a:bodyPr/>
          <a:lstStyle/>
          <a:p>
            <a:pPr lvl="0" eaLnBrk="1" latinLnBrk="0" hangingPunct="1"/>
            <a:r>
              <a:rPr lang="es-ES"/>
              <a:t>Haga clic para modificar el estilo de texto del patrón</a:t>
            </a:r>
          </a:p>
          <a:p>
            <a:pPr lvl="1" eaLnBrk="1" latinLnBrk="0" hangingPunct="1"/>
            <a:r>
              <a:rPr lang="es-ES"/>
              <a:t>Segundo nivel</a:t>
            </a:r>
          </a:p>
          <a:p>
            <a:pPr lvl="2" eaLnBrk="1" latinLnBrk="0" hangingPunct="1"/>
            <a:r>
              <a:rPr lang="es-ES"/>
              <a:t>Tercer nivel</a:t>
            </a:r>
          </a:p>
          <a:p>
            <a:pPr lvl="3" eaLnBrk="1" latinLnBrk="0" hangingPunct="1"/>
            <a:r>
              <a:rPr lang="es-ES"/>
              <a:t>Cuarto nivel</a:t>
            </a:r>
          </a:p>
          <a:p>
            <a:pPr lvl="4" eaLnBrk="1" latinLnBrk="0" hangingPunct="1"/>
            <a:r>
              <a:rPr lang="es-ES"/>
              <a:t>Quinto nivel</a:t>
            </a:r>
            <a:endParaRPr kumimoji="0" lang="en-US"/>
          </a:p>
        </p:txBody>
      </p:sp>
      <p:sp>
        <p:nvSpPr>
          <p:cNvPr id="4" name="3 Marcador de fecha"/>
          <p:cNvSpPr>
            <a:spLocks noGrp="1"/>
          </p:cNvSpPr>
          <p:nvPr>
            <p:ph type="dt" sz="half" idx="10"/>
          </p:nvPr>
        </p:nvSpPr>
        <p:spPr/>
        <p:txBody>
          <a:bodyPr/>
          <a:lstStyle/>
          <a:p>
            <a:fld id="{DB10F4DA-7ABF-4333-9F09-CDDAEC5E31F4}" type="datetimeFigureOut">
              <a:rPr lang="es-GT" smtClean="0"/>
              <a:t>5/04/2024</a:t>
            </a:fld>
            <a:endParaRPr lang="es-GT"/>
          </a:p>
        </p:txBody>
      </p:sp>
      <p:sp>
        <p:nvSpPr>
          <p:cNvPr id="5" name="4 Marcador de pie de página"/>
          <p:cNvSpPr>
            <a:spLocks noGrp="1"/>
          </p:cNvSpPr>
          <p:nvPr>
            <p:ph type="ftr" sz="quarter" idx="11"/>
          </p:nvPr>
        </p:nvSpPr>
        <p:spPr/>
        <p:txBody>
          <a:bodyPr/>
          <a:lstStyle/>
          <a:p>
            <a:endParaRPr lang="es-GT"/>
          </a:p>
        </p:txBody>
      </p:sp>
      <p:sp>
        <p:nvSpPr>
          <p:cNvPr id="6" name="5 Marcador de número de diapositiva"/>
          <p:cNvSpPr>
            <a:spLocks noGrp="1"/>
          </p:cNvSpPr>
          <p:nvPr>
            <p:ph type="sldNum" sz="quarter" idx="12"/>
          </p:nvPr>
        </p:nvSpPr>
        <p:spPr/>
        <p:txBody>
          <a:bodyPr/>
          <a:lstStyle/>
          <a:p>
            <a:fld id="{766E8B9F-E061-43FD-AF5A-7FD9AD969838}" type="slidenum">
              <a:rPr lang="es-GT" smtClean="0"/>
              <a:t>‹Nº›</a:t>
            </a:fld>
            <a:endParaRPr lang="es-GT"/>
          </a:p>
        </p:txBody>
      </p:sp>
      <p:sp>
        <p:nvSpPr>
          <p:cNvPr id="7" name="6 Título"/>
          <p:cNvSpPr>
            <a:spLocks noGrp="1"/>
          </p:cNvSpPr>
          <p:nvPr>
            <p:ph type="title"/>
          </p:nvPr>
        </p:nvSpPr>
        <p:spPr/>
        <p:txBody>
          <a:bodyPr rtlCol="0"/>
          <a:lstStyle/>
          <a:p>
            <a:r>
              <a:rPr kumimoji="0" lang="es-ES"/>
              <a:t>Haga clic para modificar el estilo de título del patrón</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bg>
      <p:bgRef idx="1002">
        <a:schemeClr val="bg1"/>
      </p:bgRef>
    </p:bg>
    <p:spTree>
      <p:nvGrpSpPr>
        <p:cNvPr id="1" name=""/>
        <p:cNvGrpSpPr/>
        <p:nvPr/>
      </p:nvGrpSpPr>
      <p:grpSpPr>
        <a:xfrm>
          <a:off x="0" y="0"/>
          <a:ext cx="0" cy="0"/>
          <a:chOff x="0" y="0"/>
          <a:chExt cx="0" cy="0"/>
        </a:xfrm>
      </p:grpSpPr>
      <p:sp>
        <p:nvSpPr>
          <p:cNvPr id="2" name="1 Título"/>
          <p:cNvSpPr>
            <a:spLocks noGrp="1"/>
          </p:cNvSpPr>
          <p:nvPr>
            <p:ph type="title"/>
          </p:nvPr>
        </p:nvSpPr>
        <p:spPr>
          <a:xfrm>
            <a:off x="722376" y="1059712"/>
            <a:ext cx="7772400" cy="1828800"/>
          </a:xfrm>
        </p:spPr>
        <p:txBody>
          <a:bodyPr vert="horz" anchor="b">
            <a:normAutofit/>
            <a:scene3d>
              <a:camera prst="orthographicFront"/>
              <a:lightRig rig="soft" dir="t"/>
            </a:scene3d>
            <a:sp3d prstMaterial="softEdge">
              <a:bevelT w="25400" h="25400"/>
            </a:sp3d>
          </a:bodyPr>
          <a:lstStyle>
            <a:lvl1pPr algn="r">
              <a:buNone/>
              <a:defRPr sz="4800" b="1" cap="none" baseline="0">
                <a:effectLst>
                  <a:outerShdw blurRad="31750" dist="25400" dir="5400000" algn="tl" rotWithShape="0">
                    <a:srgbClr val="000000">
                      <a:alpha val="25000"/>
                    </a:srgbClr>
                  </a:outerShdw>
                </a:effectLst>
              </a:defRPr>
            </a:lvl1pPr>
          </a:lstStyle>
          <a:p>
            <a:r>
              <a:rPr kumimoji="0" lang="es-ES"/>
              <a:t>Haga clic para modificar el estilo de título del patrón</a:t>
            </a:r>
            <a:endParaRPr kumimoji="0" lang="en-US"/>
          </a:p>
        </p:txBody>
      </p:sp>
      <p:sp>
        <p:nvSpPr>
          <p:cNvPr id="3" name="2 Marcador de texto"/>
          <p:cNvSpPr>
            <a:spLocks noGrp="1"/>
          </p:cNvSpPr>
          <p:nvPr>
            <p:ph type="body" idx="1" hasCustomPrompt="1"/>
          </p:nvPr>
        </p:nvSpPr>
        <p:spPr>
          <a:xfrm>
            <a:off x="3922713" y="2931712"/>
            <a:ext cx="4572000" cy="1454888"/>
          </a:xfrm>
        </p:spPr>
        <p:txBody>
          <a:bodyPr lIns="91440" rIns="91440" anchor="t"/>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s-ES"/>
              <a:t>Haga clic para modificar el estilo de texto del patrón</a:t>
            </a:r>
          </a:p>
        </p:txBody>
      </p:sp>
      <p:sp>
        <p:nvSpPr>
          <p:cNvPr id="4" name="3 Marcador de fecha"/>
          <p:cNvSpPr>
            <a:spLocks noGrp="1"/>
          </p:cNvSpPr>
          <p:nvPr>
            <p:ph type="dt" sz="half" idx="10"/>
          </p:nvPr>
        </p:nvSpPr>
        <p:spPr/>
        <p:txBody>
          <a:bodyPr/>
          <a:lstStyle/>
          <a:p>
            <a:fld id="{DB10F4DA-7ABF-4333-9F09-CDDAEC5E31F4}" type="datetimeFigureOut">
              <a:rPr lang="es-GT" smtClean="0"/>
              <a:t>5/04/2024</a:t>
            </a:fld>
            <a:endParaRPr lang="es-GT"/>
          </a:p>
        </p:txBody>
      </p:sp>
      <p:sp>
        <p:nvSpPr>
          <p:cNvPr id="5" name="4 Marcador de pie de página"/>
          <p:cNvSpPr>
            <a:spLocks noGrp="1"/>
          </p:cNvSpPr>
          <p:nvPr>
            <p:ph type="ftr" sz="quarter" idx="11"/>
          </p:nvPr>
        </p:nvSpPr>
        <p:spPr/>
        <p:txBody>
          <a:bodyPr/>
          <a:lstStyle/>
          <a:p>
            <a:endParaRPr lang="es-GT"/>
          </a:p>
        </p:txBody>
      </p:sp>
      <p:sp>
        <p:nvSpPr>
          <p:cNvPr id="6" name="5 Marcador de número de diapositiva"/>
          <p:cNvSpPr>
            <a:spLocks noGrp="1"/>
          </p:cNvSpPr>
          <p:nvPr>
            <p:ph type="sldNum" sz="quarter" idx="12"/>
          </p:nvPr>
        </p:nvSpPr>
        <p:spPr/>
        <p:txBody>
          <a:bodyPr/>
          <a:lstStyle/>
          <a:p>
            <a:fld id="{766E8B9F-E061-43FD-AF5A-7FD9AD969838}" type="slidenum">
              <a:rPr lang="es-GT" smtClean="0"/>
              <a:t>‹Nº›</a:t>
            </a:fld>
            <a:endParaRPr lang="es-GT"/>
          </a:p>
        </p:txBody>
      </p:sp>
      <p:sp>
        <p:nvSpPr>
          <p:cNvPr id="7" name="6 Cheurón"/>
          <p:cNvSpPr/>
          <p:nvPr/>
        </p:nvSpPr>
        <p:spPr>
          <a:xfrm>
            <a:off x="3636680"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
        <p:nvSpPr>
          <p:cNvPr id="8" name="7 Cheurón"/>
          <p:cNvSpPr/>
          <p:nvPr/>
        </p:nvSpPr>
        <p:spPr>
          <a:xfrm>
            <a:off x="3450264"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bg>
      <p:bgRef idx="1002">
        <a:schemeClr val="bg1"/>
      </p:bgRef>
    </p:bg>
    <p:spTree>
      <p:nvGrpSpPr>
        <p:cNvPr id="1" name=""/>
        <p:cNvGrpSpPr/>
        <p:nvPr/>
      </p:nvGrpSpPr>
      <p:grpSpPr>
        <a:xfrm>
          <a:off x="0" y="0"/>
          <a:ext cx="0" cy="0"/>
          <a:chOff x="0" y="0"/>
          <a:chExt cx="0" cy="0"/>
        </a:xfrm>
      </p:grpSpPr>
      <p:sp>
        <p:nvSpPr>
          <p:cNvPr id="3" name="2 Marcador de contenido"/>
          <p:cNvSpPr>
            <a:spLocks noGrp="1"/>
          </p:cNvSpPr>
          <p:nvPr>
            <p:ph sz="half" idx="1" hasCustomPrompt="1"/>
          </p:nvPr>
        </p:nvSpPr>
        <p:spPr>
          <a:xfrm>
            <a:off x="457200" y="1481328"/>
            <a:ext cx="4038600" cy="4525963"/>
          </a:xfrm>
        </p:spPr>
        <p:txBody>
          <a:bodyPr/>
          <a:lstStyle>
            <a:lvl1pPr>
              <a:defRPr sz="2800"/>
            </a:lvl1pPr>
            <a:lvl2pPr>
              <a:defRPr sz="2400"/>
            </a:lvl2pPr>
            <a:lvl3pPr>
              <a:defRPr sz="2000"/>
            </a:lvl3pPr>
            <a:lvl4pPr>
              <a:defRPr sz="1800"/>
            </a:lvl4pPr>
            <a:lvl5pPr>
              <a:defRPr sz="1800"/>
            </a:lvl5pPr>
          </a:lstStyle>
          <a:p>
            <a:pPr lvl="0" eaLnBrk="1" latinLnBrk="0" hangingPunct="1"/>
            <a:r>
              <a:rPr lang="es-ES"/>
              <a:t>Haga clic para modificar el estilo de texto del patrón</a:t>
            </a:r>
          </a:p>
          <a:p>
            <a:pPr lvl="1" eaLnBrk="1" latinLnBrk="0" hangingPunct="1"/>
            <a:r>
              <a:rPr lang="es-ES"/>
              <a:t>Segundo nivel</a:t>
            </a:r>
          </a:p>
          <a:p>
            <a:pPr lvl="2" eaLnBrk="1" latinLnBrk="0" hangingPunct="1"/>
            <a:r>
              <a:rPr lang="es-ES"/>
              <a:t>Tercer nivel</a:t>
            </a:r>
          </a:p>
          <a:p>
            <a:pPr lvl="3" eaLnBrk="1" latinLnBrk="0" hangingPunct="1"/>
            <a:r>
              <a:rPr lang="es-ES"/>
              <a:t>Cuarto nivel</a:t>
            </a:r>
          </a:p>
          <a:p>
            <a:pPr lvl="4" eaLnBrk="1" latinLnBrk="0" hangingPunct="1"/>
            <a:r>
              <a:rPr lang="es-ES"/>
              <a:t>Quinto nivel</a:t>
            </a:r>
            <a:endParaRPr kumimoji="0" lang="en-US"/>
          </a:p>
        </p:txBody>
      </p:sp>
      <p:sp>
        <p:nvSpPr>
          <p:cNvPr id="4" name="3 Marcador de contenido"/>
          <p:cNvSpPr>
            <a:spLocks noGrp="1"/>
          </p:cNvSpPr>
          <p:nvPr>
            <p:ph sz="half" idx="2" hasCustomPrompt="1"/>
          </p:nvPr>
        </p:nvSpPr>
        <p:spPr>
          <a:xfrm>
            <a:off x="4648200" y="1481328"/>
            <a:ext cx="4038600" cy="4525963"/>
          </a:xfrm>
        </p:spPr>
        <p:txBody>
          <a:bodyPr/>
          <a:lstStyle>
            <a:lvl1pPr>
              <a:defRPr sz="2800"/>
            </a:lvl1pPr>
            <a:lvl2pPr>
              <a:defRPr sz="2400"/>
            </a:lvl2pPr>
            <a:lvl3pPr>
              <a:defRPr sz="2000"/>
            </a:lvl3pPr>
            <a:lvl4pPr>
              <a:defRPr sz="1800"/>
            </a:lvl4pPr>
            <a:lvl5pPr>
              <a:defRPr sz="1800"/>
            </a:lvl5pPr>
          </a:lstStyle>
          <a:p>
            <a:pPr lvl="0" eaLnBrk="1" latinLnBrk="0" hangingPunct="1"/>
            <a:r>
              <a:rPr lang="es-ES"/>
              <a:t>Haga clic para modificar el estilo de texto del patrón</a:t>
            </a:r>
          </a:p>
          <a:p>
            <a:pPr lvl="1" eaLnBrk="1" latinLnBrk="0" hangingPunct="1"/>
            <a:r>
              <a:rPr lang="es-ES"/>
              <a:t>Segundo nivel</a:t>
            </a:r>
          </a:p>
          <a:p>
            <a:pPr lvl="2" eaLnBrk="1" latinLnBrk="0" hangingPunct="1"/>
            <a:r>
              <a:rPr lang="es-ES"/>
              <a:t>Tercer nivel</a:t>
            </a:r>
          </a:p>
          <a:p>
            <a:pPr lvl="3" eaLnBrk="1" latinLnBrk="0" hangingPunct="1"/>
            <a:r>
              <a:rPr lang="es-ES"/>
              <a:t>Cuarto nivel</a:t>
            </a:r>
          </a:p>
          <a:p>
            <a:pPr lvl="4" eaLnBrk="1" latinLnBrk="0" hangingPunct="1"/>
            <a:r>
              <a:rPr lang="es-ES"/>
              <a:t>Quinto nivel</a:t>
            </a:r>
            <a:endParaRPr kumimoji="0" lang="en-US"/>
          </a:p>
        </p:txBody>
      </p:sp>
      <p:sp>
        <p:nvSpPr>
          <p:cNvPr id="5" name="4 Marcador de fecha"/>
          <p:cNvSpPr>
            <a:spLocks noGrp="1"/>
          </p:cNvSpPr>
          <p:nvPr>
            <p:ph type="dt" sz="half" idx="10"/>
          </p:nvPr>
        </p:nvSpPr>
        <p:spPr/>
        <p:txBody>
          <a:bodyPr/>
          <a:lstStyle/>
          <a:p>
            <a:fld id="{DB10F4DA-7ABF-4333-9F09-CDDAEC5E31F4}" type="datetimeFigureOut">
              <a:rPr lang="es-GT" smtClean="0"/>
              <a:t>5/04/2024</a:t>
            </a:fld>
            <a:endParaRPr lang="es-GT"/>
          </a:p>
        </p:txBody>
      </p:sp>
      <p:sp>
        <p:nvSpPr>
          <p:cNvPr id="6" name="5 Marcador de pie de página"/>
          <p:cNvSpPr>
            <a:spLocks noGrp="1"/>
          </p:cNvSpPr>
          <p:nvPr>
            <p:ph type="ftr" sz="quarter" idx="11"/>
          </p:nvPr>
        </p:nvSpPr>
        <p:spPr/>
        <p:txBody>
          <a:bodyPr/>
          <a:lstStyle/>
          <a:p>
            <a:endParaRPr lang="es-GT"/>
          </a:p>
        </p:txBody>
      </p:sp>
      <p:sp>
        <p:nvSpPr>
          <p:cNvPr id="7" name="6 Marcador de número de diapositiva"/>
          <p:cNvSpPr>
            <a:spLocks noGrp="1"/>
          </p:cNvSpPr>
          <p:nvPr>
            <p:ph type="sldNum" sz="quarter" idx="12"/>
          </p:nvPr>
        </p:nvSpPr>
        <p:spPr/>
        <p:txBody>
          <a:bodyPr/>
          <a:lstStyle/>
          <a:p>
            <a:fld id="{766E8B9F-E061-43FD-AF5A-7FD9AD969838}" type="slidenum">
              <a:rPr lang="es-GT" smtClean="0"/>
              <a:t>‹Nº›</a:t>
            </a:fld>
            <a:endParaRPr lang="es-GT"/>
          </a:p>
        </p:txBody>
      </p:sp>
      <p:sp>
        <p:nvSpPr>
          <p:cNvPr id="8" name="7 Título"/>
          <p:cNvSpPr>
            <a:spLocks noGrp="1"/>
          </p:cNvSpPr>
          <p:nvPr>
            <p:ph type="title"/>
          </p:nvPr>
        </p:nvSpPr>
        <p:spPr/>
        <p:txBody>
          <a:bodyPr rtlCol="0"/>
          <a:lstStyle/>
          <a:p>
            <a:r>
              <a:rPr kumimoji="0" lang="es-ES"/>
              <a:t>Haga clic para modificar el estilo de título del patrón</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ación">
    <p:bg>
      <p:bgRef idx="1003">
        <a:schemeClr val="bg1"/>
      </p:bgRef>
    </p:bg>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3050"/>
            <a:ext cx="8229600" cy="1143000"/>
          </a:xfrm>
        </p:spPr>
        <p:txBody>
          <a:bodyPr anchor="ctr"/>
          <a:lstStyle>
            <a:lvl1pPr>
              <a:defRPr/>
            </a:lvl1pPr>
          </a:lstStyle>
          <a:p>
            <a:r>
              <a:rPr kumimoji="0" lang="es-ES"/>
              <a:t>Haga clic para modificar el estilo de título del patrón</a:t>
            </a:r>
            <a:endParaRPr kumimoji="0" lang="en-US"/>
          </a:p>
        </p:txBody>
      </p:sp>
      <p:sp>
        <p:nvSpPr>
          <p:cNvPr id="3" name="2 Marcador de texto"/>
          <p:cNvSpPr>
            <a:spLocks noGrp="1"/>
          </p:cNvSpPr>
          <p:nvPr>
            <p:ph type="body" idx="1" hasCustomPrompt="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s-ES"/>
              <a:t>Haga clic para modificar el estilo de texto del patrón</a:t>
            </a:r>
          </a:p>
        </p:txBody>
      </p:sp>
      <p:sp>
        <p:nvSpPr>
          <p:cNvPr id="4" name="3 Marcador de texto"/>
          <p:cNvSpPr>
            <a:spLocks noGrp="1"/>
          </p:cNvSpPr>
          <p:nvPr>
            <p:ph type="body" sz="half" idx="3" hasCustomPrompt="1"/>
          </p:nvPr>
        </p:nvSpPr>
        <p:spPr>
          <a:xfrm>
            <a:off x="4645026"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s-ES"/>
              <a:t>Haga clic para modificar el estilo de texto del patrón</a:t>
            </a:r>
          </a:p>
        </p:txBody>
      </p:sp>
      <p:sp>
        <p:nvSpPr>
          <p:cNvPr id="5" name="4 Marcador de contenido"/>
          <p:cNvSpPr>
            <a:spLocks noGrp="1"/>
          </p:cNvSpPr>
          <p:nvPr>
            <p:ph sz="quarter" idx="2" hasCustomPrompt="1"/>
          </p:nvPr>
        </p:nvSpPr>
        <p:spPr>
          <a:xfrm>
            <a:off x="457200" y="1444294"/>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lstStyle>
          <a:p>
            <a:pPr lvl="0" eaLnBrk="1" latinLnBrk="0" hangingPunct="1"/>
            <a:r>
              <a:rPr lang="es-ES"/>
              <a:t>Haga clic para modificar el estilo de texto del patrón</a:t>
            </a:r>
          </a:p>
          <a:p>
            <a:pPr lvl="1" eaLnBrk="1" latinLnBrk="0" hangingPunct="1"/>
            <a:r>
              <a:rPr lang="es-ES"/>
              <a:t>Segundo nivel</a:t>
            </a:r>
          </a:p>
          <a:p>
            <a:pPr lvl="2" eaLnBrk="1" latinLnBrk="0" hangingPunct="1"/>
            <a:r>
              <a:rPr lang="es-ES"/>
              <a:t>Tercer nivel</a:t>
            </a:r>
          </a:p>
          <a:p>
            <a:pPr lvl="3" eaLnBrk="1" latinLnBrk="0" hangingPunct="1"/>
            <a:r>
              <a:rPr lang="es-ES"/>
              <a:t>Cuarto nivel</a:t>
            </a:r>
          </a:p>
          <a:p>
            <a:pPr lvl="4" eaLnBrk="1" latinLnBrk="0" hangingPunct="1"/>
            <a:r>
              <a:rPr lang="es-ES"/>
              <a:t>Quinto nivel</a:t>
            </a:r>
            <a:endParaRPr kumimoji="0" lang="en-US"/>
          </a:p>
        </p:txBody>
      </p:sp>
      <p:sp>
        <p:nvSpPr>
          <p:cNvPr id="6" name="5 Marcador de contenido"/>
          <p:cNvSpPr>
            <a:spLocks noGrp="1"/>
          </p:cNvSpPr>
          <p:nvPr>
            <p:ph sz="quarter" idx="4" hasCustomPrompt="1"/>
          </p:nvPr>
        </p:nvSpPr>
        <p:spPr>
          <a:xfrm>
            <a:off x="4645025" y="1444294"/>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lstStyle>
          <a:p>
            <a:pPr lvl="0" eaLnBrk="1" latinLnBrk="0" hangingPunct="1"/>
            <a:r>
              <a:rPr lang="es-ES"/>
              <a:t>Haga clic para modificar el estilo de texto del patrón</a:t>
            </a:r>
          </a:p>
          <a:p>
            <a:pPr lvl="1" eaLnBrk="1" latinLnBrk="0" hangingPunct="1"/>
            <a:r>
              <a:rPr lang="es-ES"/>
              <a:t>Segundo nivel</a:t>
            </a:r>
          </a:p>
          <a:p>
            <a:pPr lvl="2" eaLnBrk="1" latinLnBrk="0" hangingPunct="1"/>
            <a:r>
              <a:rPr lang="es-ES"/>
              <a:t>Tercer nivel</a:t>
            </a:r>
          </a:p>
          <a:p>
            <a:pPr lvl="3" eaLnBrk="1" latinLnBrk="0" hangingPunct="1"/>
            <a:r>
              <a:rPr lang="es-ES"/>
              <a:t>Cuarto nivel</a:t>
            </a:r>
          </a:p>
          <a:p>
            <a:pPr lvl="4" eaLnBrk="1" latinLnBrk="0" hangingPunct="1"/>
            <a:r>
              <a:rPr lang="es-ES"/>
              <a:t>Quinto nivel</a:t>
            </a:r>
            <a:endParaRPr kumimoji="0" lang="en-US"/>
          </a:p>
        </p:txBody>
      </p:sp>
      <p:sp>
        <p:nvSpPr>
          <p:cNvPr id="7" name="6 Marcador de fecha"/>
          <p:cNvSpPr>
            <a:spLocks noGrp="1"/>
          </p:cNvSpPr>
          <p:nvPr>
            <p:ph type="dt" sz="half" idx="10"/>
          </p:nvPr>
        </p:nvSpPr>
        <p:spPr/>
        <p:txBody>
          <a:bodyPr/>
          <a:lstStyle/>
          <a:p>
            <a:fld id="{DB10F4DA-7ABF-4333-9F09-CDDAEC5E31F4}" type="datetimeFigureOut">
              <a:rPr lang="es-GT" smtClean="0"/>
              <a:t>5/04/2024</a:t>
            </a:fld>
            <a:endParaRPr lang="es-GT"/>
          </a:p>
        </p:txBody>
      </p:sp>
      <p:sp>
        <p:nvSpPr>
          <p:cNvPr id="8" name="7 Marcador de pie de página"/>
          <p:cNvSpPr>
            <a:spLocks noGrp="1"/>
          </p:cNvSpPr>
          <p:nvPr>
            <p:ph type="ftr" sz="quarter" idx="11"/>
          </p:nvPr>
        </p:nvSpPr>
        <p:spPr/>
        <p:txBody>
          <a:bodyPr/>
          <a:lstStyle/>
          <a:p>
            <a:endParaRPr lang="es-GT"/>
          </a:p>
        </p:txBody>
      </p:sp>
      <p:sp>
        <p:nvSpPr>
          <p:cNvPr id="9" name="8 Marcador de número de diapositiva"/>
          <p:cNvSpPr>
            <a:spLocks noGrp="1"/>
          </p:cNvSpPr>
          <p:nvPr>
            <p:ph type="sldNum" sz="quarter" idx="12"/>
          </p:nvPr>
        </p:nvSpPr>
        <p:spPr/>
        <p:txBody>
          <a:bodyPr/>
          <a:lstStyle/>
          <a:p>
            <a:fld id="{766E8B9F-E061-43FD-AF5A-7FD9AD969838}" type="slidenum">
              <a:rPr lang="es-GT" smtClean="0"/>
              <a:t>‹Nº›</a:t>
            </a:fld>
            <a:endParaRPr lang="es-GT"/>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bg>
      <p:bgRef idx="1002">
        <a:schemeClr val="bg1"/>
      </p:bgRef>
    </p:bg>
    <p:spTree>
      <p:nvGrpSpPr>
        <p:cNvPr id="1" name=""/>
        <p:cNvGrpSpPr/>
        <p:nvPr/>
      </p:nvGrpSpPr>
      <p:grpSpPr>
        <a:xfrm>
          <a:off x="0" y="0"/>
          <a:ext cx="0" cy="0"/>
          <a:chOff x="0" y="0"/>
          <a:chExt cx="0" cy="0"/>
        </a:xfrm>
      </p:grpSpPr>
      <p:sp>
        <p:nvSpPr>
          <p:cNvPr id="3" name="2 Marcador de fecha"/>
          <p:cNvSpPr>
            <a:spLocks noGrp="1"/>
          </p:cNvSpPr>
          <p:nvPr>
            <p:ph type="dt" sz="half" idx="10"/>
          </p:nvPr>
        </p:nvSpPr>
        <p:spPr/>
        <p:txBody>
          <a:bodyPr/>
          <a:lstStyle/>
          <a:p>
            <a:fld id="{DB10F4DA-7ABF-4333-9F09-CDDAEC5E31F4}" type="datetimeFigureOut">
              <a:rPr lang="es-GT" smtClean="0"/>
              <a:t>5/04/2024</a:t>
            </a:fld>
            <a:endParaRPr lang="es-GT"/>
          </a:p>
        </p:txBody>
      </p:sp>
      <p:sp>
        <p:nvSpPr>
          <p:cNvPr id="4" name="3 Marcador de pie de página"/>
          <p:cNvSpPr>
            <a:spLocks noGrp="1"/>
          </p:cNvSpPr>
          <p:nvPr>
            <p:ph type="ftr" sz="quarter" idx="11"/>
          </p:nvPr>
        </p:nvSpPr>
        <p:spPr/>
        <p:txBody>
          <a:bodyPr/>
          <a:lstStyle/>
          <a:p>
            <a:endParaRPr lang="es-GT"/>
          </a:p>
        </p:txBody>
      </p:sp>
      <p:sp>
        <p:nvSpPr>
          <p:cNvPr id="5" name="4 Marcador de número de diapositiva"/>
          <p:cNvSpPr>
            <a:spLocks noGrp="1"/>
          </p:cNvSpPr>
          <p:nvPr>
            <p:ph type="sldNum" sz="quarter" idx="12"/>
          </p:nvPr>
        </p:nvSpPr>
        <p:spPr/>
        <p:txBody>
          <a:bodyPr/>
          <a:lstStyle/>
          <a:p>
            <a:fld id="{766E8B9F-E061-43FD-AF5A-7FD9AD969838}" type="slidenum">
              <a:rPr lang="es-GT" smtClean="0"/>
              <a:t>‹Nº›</a:t>
            </a:fld>
            <a:endParaRPr lang="es-GT"/>
          </a:p>
        </p:txBody>
      </p:sp>
      <p:sp>
        <p:nvSpPr>
          <p:cNvPr id="6" name="5 Título"/>
          <p:cNvSpPr>
            <a:spLocks noGrp="1"/>
          </p:cNvSpPr>
          <p:nvPr>
            <p:ph type="title"/>
          </p:nvPr>
        </p:nvSpPr>
        <p:spPr/>
        <p:txBody>
          <a:bodyPr rtlCol="0"/>
          <a:lstStyle/>
          <a:p>
            <a:r>
              <a:rPr kumimoji="0" lang="es-ES"/>
              <a:t>Haga clic para modificar el estilo de título del patrón</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1 Marcador de fecha"/>
          <p:cNvSpPr>
            <a:spLocks noGrp="1"/>
          </p:cNvSpPr>
          <p:nvPr>
            <p:ph type="dt" sz="half" idx="10"/>
          </p:nvPr>
        </p:nvSpPr>
        <p:spPr/>
        <p:txBody>
          <a:bodyPr/>
          <a:lstStyle/>
          <a:p>
            <a:fld id="{DB10F4DA-7ABF-4333-9F09-CDDAEC5E31F4}" type="datetimeFigureOut">
              <a:rPr lang="es-GT" smtClean="0"/>
              <a:t>5/04/2024</a:t>
            </a:fld>
            <a:endParaRPr lang="es-GT"/>
          </a:p>
        </p:txBody>
      </p:sp>
      <p:sp>
        <p:nvSpPr>
          <p:cNvPr id="3" name="2 Marcador de pie de página"/>
          <p:cNvSpPr>
            <a:spLocks noGrp="1"/>
          </p:cNvSpPr>
          <p:nvPr>
            <p:ph type="ftr" sz="quarter" idx="11"/>
          </p:nvPr>
        </p:nvSpPr>
        <p:spPr/>
        <p:txBody>
          <a:bodyPr/>
          <a:lstStyle/>
          <a:p>
            <a:endParaRPr lang="es-GT"/>
          </a:p>
        </p:txBody>
      </p:sp>
      <p:sp>
        <p:nvSpPr>
          <p:cNvPr id="4" name="3 Marcador de número de diapositiva"/>
          <p:cNvSpPr>
            <a:spLocks noGrp="1"/>
          </p:cNvSpPr>
          <p:nvPr>
            <p:ph type="sldNum" sz="quarter" idx="12"/>
          </p:nvPr>
        </p:nvSpPr>
        <p:spPr/>
        <p:txBody>
          <a:bodyPr/>
          <a:lstStyle/>
          <a:p>
            <a:fld id="{766E8B9F-E061-43FD-AF5A-7FD9AD969838}" type="slidenum">
              <a:rPr lang="es-GT" smtClean="0"/>
              <a:t>‹Nº›</a:t>
            </a:fld>
            <a:endParaRPr lang="es-GT"/>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ido con título">
    <p:bg>
      <p:bgRef idx="1003">
        <a:schemeClr val="bg1"/>
      </p:bgRef>
    </p:bg>
    <p:spTree>
      <p:nvGrpSpPr>
        <p:cNvPr id="1" name=""/>
        <p:cNvGrpSpPr/>
        <p:nvPr/>
      </p:nvGrpSpPr>
      <p:grpSpPr>
        <a:xfrm>
          <a:off x="0" y="0"/>
          <a:ext cx="0" cy="0"/>
          <a:chOff x="0" y="0"/>
          <a:chExt cx="0" cy="0"/>
        </a:xfrm>
      </p:grpSpPr>
      <p:sp>
        <p:nvSpPr>
          <p:cNvPr id="2" name="1 Título"/>
          <p:cNvSpPr>
            <a:spLocks noGrp="1"/>
          </p:cNvSpPr>
          <p:nvPr>
            <p:ph type="title"/>
          </p:nvPr>
        </p:nvSpPr>
        <p:spPr>
          <a:xfrm>
            <a:off x="914400" y="4876800"/>
            <a:ext cx="7481776" cy="457200"/>
          </a:xfrm>
        </p:spPr>
        <p:txBody>
          <a:bodyPr vert="horz" anchor="t">
            <a:noAutofit/>
            <a:sp3d prstMaterial="softEdge">
              <a:bevelT w="0" h="0"/>
            </a:sp3d>
          </a:bodyPr>
          <a:lstStyle>
            <a:lvl1pPr algn="r">
              <a:buNone/>
              <a:defRPr sz="2500" b="0">
                <a:solidFill>
                  <a:schemeClr val="accent1"/>
                </a:solidFill>
                <a:effectLst/>
              </a:defRPr>
            </a:lvl1pPr>
          </a:lstStyle>
          <a:p>
            <a:r>
              <a:rPr kumimoji="0" lang="es-ES"/>
              <a:t>Haga clic para modificar el estilo de título del patrón</a:t>
            </a:r>
            <a:endParaRPr kumimoji="0" lang="en-US"/>
          </a:p>
        </p:txBody>
      </p:sp>
      <p:sp>
        <p:nvSpPr>
          <p:cNvPr id="3" name="2 Marcador de texto"/>
          <p:cNvSpPr>
            <a:spLocks noGrp="1"/>
          </p:cNvSpPr>
          <p:nvPr>
            <p:ph type="body" idx="2" hasCustomPrompt="1"/>
          </p:nvPr>
        </p:nvSpPr>
        <p:spPr>
          <a:xfrm>
            <a:off x="4419600" y="5355102"/>
            <a:ext cx="3974592" cy="914400"/>
          </a:xfrm>
        </p:spPr>
        <p:txBody>
          <a:bodyPr/>
          <a:lstStyle>
            <a:lvl1pPr marL="0" indent="0" algn="r">
              <a:buNone/>
              <a:defRPr sz="1600"/>
            </a:lvl1pPr>
            <a:lvl2pPr>
              <a:buNone/>
              <a:defRPr sz="1200"/>
            </a:lvl2pPr>
            <a:lvl3pPr>
              <a:buNone/>
              <a:defRPr sz="1000"/>
            </a:lvl3pPr>
            <a:lvl4pPr>
              <a:buNone/>
              <a:defRPr sz="900"/>
            </a:lvl4pPr>
            <a:lvl5pPr>
              <a:buNone/>
              <a:defRPr sz="900"/>
            </a:lvl5pPr>
          </a:lstStyle>
          <a:p>
            <a:pPr lvl="0" eaLnBrk="1" latinLnBrk="0" hangingPunct="1"/>
            <a:r>
              <a:rPr kumimoji="0" lang="es-ES"/>
              <a:t>Haga clic para modificar el estilo de texto del patrón</a:t>
            </a:r>
          </a:p>
        </p:txBody>
      </p:sp>
      <p:sp>
        <p:nvSpPr>
          <p:cNvPr id="4" name="3 Marcador de contenido"/>
          <p:cNvSpPr>
            <a:spLocks noGrp="1"/>
          </p:cNvSpPr>
          <p:nvPr>
            <p:ph sz="half" idx="1" hasCustomPrompt="1"/>
          </p:nvPr>
        </p:nvSpPr>
        <p:spPr>
          <a:xfrm>
            <a:off x="914400" y="274320"/>
            <a:ext cx="7479792" cy="4572000"/>
          </a:xfrm>
        </p:spPr>
        <p:txBody>
          <a:bodyPr/>
          <a:lstStyle>
            <a:lvl1pPr>
              <a:defRPr sz="3200"/>
            </a:lvl1pPr>
            <a:lvl2pPr>
              <a:defRPr sz="2800"/>
            </a:lvl2pPr>
            <a:lvl3pPr>
              <a:defRPr sz="2400"/>
            </a:lvl3pPr>
            <a:lvl4pPr>
              <a:defRPr sz="2000"/>
            </a:lvl4pPr>
            <a:lvl5pPr>
              <a:defRPr sz="2000"/>
            </a:lvl5pPr>
          </a:lstStyle>
          <a:p>
            <a:pPr lvl="0" eaLnBrk="1" latinLnBrk="0" hangingPunct="1"/>
            <a:r>
              <a:rPr lang="es-ES"/>
              <a:t>Haga clic para modificar el estilo de texto del patrón</a:t>
            </a:r>
          </a:p>
          <a:p>
            <a:pPr lvl="1" eaLnBrk="1" latinLnBrk="0" hangingPunct="1"/>
            <a:r>
              <a:rPr lang="es-ES"/>
              <a:t>Segundo nivel</a:t>
            </a:r>
          </a:p>
          <a:p>
            <a:pPr lvl="2" eaLnBrk="1" latinLnBrk="0" hangingPunct="1"/>
            <a:r>
              <a:rPr lang="es-ES"/>
              <a:t>Tercer nivel</a:t>
            </a:r>
          </a:p>
          <a:p>
            <a:pPr lvl="3" eaLnBrk="1" latinLnBrk="0" hangingPunct="1"/>
            <a:r>
              <a:rPr lang="es-ES"/>
              <a:t>Cuarto nivel</a:t>
            </a:r>
          </a:p>
          <a:p>
            <a:pPr lvl="4" eaLnBrk="1" latinLnBrk="0" hangingPunct="1"/>
            <a:r>
              <a:rPr lang="es-ES"/>
              <a:t>Quinto nivel</a:t>
            </a:r>
            <a:endParaRPr kumimoji="0" lang="en-US"/>
          </a:p>
        </p:txBody>
      </p:sp>
      <p:sp>
        <p:nvSpPr>
          <p:cNvPr id="5" name="4 Marcador de fecha"/>
          <p:cNvSpPr>
            <a:spLocks noGrp="1"/>
          </p:cNvSpPr>
          <p:nvPr>
            <p:ph type="dt" sz="half" idx="10"/>
          </p:nvPr>
        </p:nvSpPr>
        <p:spPr>
          <a:xfrm>
            <a:off x="6727032" y="6407944"/>
            <a:ext cx="1920240" cy="365760"/>
          </a:xfrm>
        </p:spPr>
        <p:txBody>
          <a:bodyPr/>
          <a:lstStyle/>
          <a:p>
            <a:fld id="{DB10F4DA-7ABF-4333-9F09-CDDAEC5E31F4}" type="datetimeFigureOut">
              <a:rPr lang="es-GT" smtClean="0"/>
              <a:t>5/04/2024</a:t>
            </a:fld>
            <a:endParaRPr lang="es-GT"/>
          </a:p>
        </p:txBody>
      </p:sp>
      <p:sp>
        <p:nvSpPr>
          <p:cNvPr id="6" name="5 Marcador de pie de página"/>
          <p:cNvSpPr>
            <a:spLocks noGrp="1"/>
          </p:cNvSpPr>
          <p:nvPr>
            <p:ph type="ftr" sz="quarter" idx="11"/>
          </p:nvPr>
        </p:nvSpPr>
        <p:spPr/>
        <p:txBody>
          <a:bodyPr/>
          <a:lstStyle/>
          <a:p>
            <a:endParaRPr lang="es-GT"/>
          </a:p>
        </p:txBody>
      </p:sp>
      <p:sp>
        <p:nvSpPr>
          <p:cNvPr id="7" name="6 Marcador de número de diapositiva"/>
          <p:cNvSpPr>
            <a:spLocks noGrp="1"/>
          </p:cNvSpPr>
          <p:nvPr>
            <p:ph type="sldNum" sz="quarter" idx="12"/>
          </p:nvPr>
        </p:nvSpPr>
        <p:spPr/>
        <p:txBody>
          <a:bodyPr/>
          <a:lstStyle/>
          <a:p>
            <a:fld id="{766E8B9F-E061-43FD-AF5A-7FD9AD969838}" type="slidenum">
              <a:rPr lang="es-GT" smtClean="0"/>
              <a:t>‹Nº›</a:t>
            </a:fld>
            <a:endParaRPr lang="es-GT"/>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n con título">
    <p:bg>
      <p:bgRef idx="1002">
        <a:schemeClr val="bg1"/>
      </p:bgRef>
    </p:bg>
    <p:spTree>
      <p:nvGrpSpPr>
        <p:cNvPr id="1" name=""/>
        <p:cNvGrpSpPr/>
        <p:nvPr/>
      </p:nvGrpSpPr>
      <p:grpSpPr>
        <a:xfrm>
          <a:off x="0" y="0"/>
          <a:ext cx="0" cy="0"/>
          <a:chOff x="0" y="0"/>
          <a:chExt cx="0" cy="0"/>
        </a:xfrm>
      </p:grpSpPr>
      <p:sp>
        <p:nvSpPr>
          <p:cNvPr id="4" name="3 Marcador de texto"/>
          <p:cNvSpPr>
            <a:spLocks noGrp="1"/>
          </p:cNvSpPr>
          <p:nvPr>
            <p:ph type="body" sz="half" idx="2" hasCustomPrompt="1"/>
          </p:nvPr>
        </p:nvSpPr>
        <p:spPr>
          <a:xfrm>
            <a:off x="1141232" y="5443402"/>
            <a:ext cx="7162800" cy="648232"/>
          </a:xfrm>
          <a:noFill/>
        </p:spPr>
        <p:txBody>
          <a:bodyPr lIns="91440" tIns="0" rIns="91440" anchor="t"/>
          <a:lstStyle>
            <a:lvl1pPr marL="0" marR="18415" indent="0" algn="r">
              <a:buNone/>
              <a:defRPr sz="1400"/>
            </a:lvl1pPr>
            <a:lvl2pPr>
              <a:defRPr sz="1200"/>
            </a:lvl2pPr>
            <a:lvl3pPr>
              <a:defRPr sz="1000"/>
            </a:lvl3pPr>
            <a:lvl4pPr>
              <a:defRPr sz="900"/>
            </a:lvl4pPr>
            <a:lvl5pPr>
              <a:defRPr sz="900"/>
            </a:lvl5pPr>
          </a:lstStyle>
          <a:p>
            <a:pPr lvl="0" eaLnBrk="1" latinLnBrk="0" hangingPunct="1"/>
            <a:r>
              <a:rPr kumimoji="0" lang="es-ES"/>
              <a:t>Haga clic para modificar el estilo de texto del patrón</a:t>
            </a:r>
          </a:p>
        </p:txBody>
      </p:sp>
      <p:sp>
        <p:nvSpPr>
          <p:cNvPr id="3" name="2 Marcador de posición de imagen"/>
          <p:cNvSpPr>
            <a:spLocks noGrp="1"/>
          </p:cNvSpPr>
          <p:nvPr>
            <p:ph type="pic" idx="1"/>
          </p:nvPr>
        </p:nvSpPr>
        <p:spPr>
          <a:xfrm>
            <a:off x="228600" y="189968"/>
            <a:ext cx="8686800" cy="4389120"/>
          </a:xfrm>
          <a:prstGeom prst="rect">
            <a:avLst/>
          </a:prstGeom>
          <a:solidFill>
            <a:schemeClr val="bg2"/>
          </a:solidFill>
          <a:ln>
            <a:solidFill>
              <a:schemeClr val="bg1"/>
            </a:solidFill>
          </a:ln>
          <a:effectLst>
            <a:innerShdw blurRad="95250">
              <a:srgbClr val="000000"/>
            </a:innerShdw>
          </a:effectLst>
        </p:spPr>
        <p:txBody>
          <a:bodyPr/>
          <a:lstStyle>
            <a:lvl1pPr marL="0" indent="0">
              <a:buNone/>
              <a:defRPr sz="3200"/>
            </a:lvl1pPr>
          </a:lstStyle>
          <a:p>
            <a:r>
              <a:rPr kumimoji="0" lang="es-ES"/>
              <a:t>Haga clic en el icono para agregar una imagen</a:t>
            </a:r>
            <a:endParaRPr kumimoji="0" lang="en-US" dirty="0"/>
          </a:p>
        </p:txBody>
      </p:sp>
      <p:sp>
        <p:nvSpPr>
          <p:cNvPr id="5" name="4 Marcador de fecha"/>
          <p:cNvSpPr>
            <a:spLocks noGrp="1"/>
          </p:cNvSpPr>
          <p:nvPr>
            <p:ph type="dt" sz="half" idx="10"/>
          </p:nvPr>
        </p:nvSpPr>
        <p:spPr/>
        <p:txBody>
          <a:bodyPr/>
          <a:lstStyle>
            <a:lvl1pPr>
              <a:defRPr>
                <a:solidFill>
                  <a:schemeClr val="tx1"/>
                </a:solidFill>
              </a:defRPr>
            </a:lvl1pPr>
          </a:lstStyle>
          <a:p>
            <a:fld id="{DB10F4DA-7ABF-4333-9F09-CDDAEC5E31F4}" type="datetimeFigureOut">
              <a:rPr lang="es-GT" smtClean="0"/>
              <a:t>5/04/2024</a:t>
            </a:fld>
            <a:endParaRPr lang="es-GT"/>
          </a:p>
        </p:txBody>
      </p:sp>
      <p:sp>
        <p:nvSpPr>
          <p:cNvPr id="6" name="5 Marcador de pie de página"/>
          <p:cNvSpPr>
            <a:spLocks noGrp="1"/>
          </p:cNvSpPr>
          <p:nvPr>
            <p:ph type="ftr" sz="quarter" idx="11"/>
          </p:nvPr>
        </p:nvSpPr>
        <p:spPr>
          <a:xfrm>
            <a:off x="4380072" y="6407944"/>
            <a:ext cx="2350681" cy="365125"/>
          </a:xfrm>
        </p:spPr>
        <p:txBody>
          <a:bodyPr/>
          <a:lstStyle>
            <a:lvl1pPr>
              <a:defRPr>
                <a:solidFill>
                  <a:schemeClr val="tx1"/>
                </a:solidFill>
              </a:defRPr>
            </a:lvl1pPr>
          </a:lstStyle>
          <a:p>
            <a:endParaRPr lang="es-GT"/>
          </a:p>
        </p:txBody>
      </p:sp>
      <p:sp>
        <p:nvSpPr>
          <p:cNvPr id="7" name="6 Marcador de número de diapositiva"/>
          <p:cNvSpPr>
            <a:spLocks noGrp="1"/>
          </p:cNvSpPr>
          <p:nvPr>
            <p:ph type="sldNum" sz="quarter" idx="12"/>
          </p:nvPr>
        </p:nvSpPr>
        <p:spPr/>
        <p:txBody>
          <a:bodyPr/>
          <a:lstStyle>
            <a:lvl1pPr>
              <a:defRPr>
                <a:solidFill>
                  <a:schemeClr val="tx1"/>
                </a:solidFill>
              </a:defRPr>
            </a:lvl1pPr>
          </a:lstStyle>
          <a:p>
            <a:fld id="{766E8B9F-E061-43FD-AF5A-7FD9AD969838}" type="slidenum">
              <a:rPr lang="es-GT" smtClean="0"/>
              <a:t>‹Nº›</a:t>
            </a:fld>
            <a:endParaRPr lang="es-GT"/>
          </a:p>
        </p:txBody>
      </p:sp>
      <p:sp>
        <p:nvSpPr>
          <p:cNvPr id="2" name="1 Título"/>
          <p:cNvSpPr>
            <a:spLocks noGrp="1"/>
          </p:cNvSpPr>
          <p:nvPr>
            <p:ph type="title"/>
          </p:nvPr>
        </p:nvSpPr>
        <p:spPr>
          <a:xfrm>
            <a:off x="228600" y="4865122"/>
            <a:ext cx="8075432"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lstStyle>
          <a:p>
            <a:r>
              <a:rPr kumimoji="0" lang="es-ES"/>
              <a:t>Haga clic para modificar el estilo de título del patrón</a:t>
            </a:r>
            <a:endParaRPr kumimoji="0" lang="en-US"/>
          </a:p>
        </p:txBody>
      </p:sp>
      <p:sp>
        <p:nvSpPr>
          <p:cNvPr id="8" name="7 Forma libre"/>
          <p:cNvSpPr/>
          <p:nvPr/>
        </p:nvSpPr>
        <p:spPr bwMode="auto">
          <a:xfrm>
            <a:off x="499273" y="5944936"/>
            <a:ext cx="4940624"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9" name="8 Forma libre"/>
          <p:cNvSpPr/>
          <p:nvPr/>
        </p:nvSpPr>
        <p:spPr bwMode="auto">
          <a:xfrm>
            <a:off x="485717" y="5939011"/>
            <a:ext cx="369045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0" name="9 Triángulo rectángulo"/>
          <p:cNvSpPr/>
          <p:nvPr/>
        </p:nvSpPr>
        <p:spPr bwMode="auto">
          <a:xfrm>
            <a:off x="-6042" y="5791253"/>
            <a:ext cx="3402314" cy="1080868"/>
          </a:xfrm>
          <a:prstGeom prst="rtTriangle">
            <a:avLst/>
          </a:pr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1" name="10 Conector recto"/>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12" name="11 Cheurón"/>
          <p:cNvSpPr/>
          <p:nvPr/>
        </p:nvSpPr>
        <p:spPr>
          <a:xfrm>
            <a:off x="8664112"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
        <p:nvSpPr>
          <p:cNvPr id="13" name="12 Cheurón"/>
          <p:cNvSpPr/>
          <p:nvPr/>
        </p:nvSpPr>
        <p:spPr>
          <a:xfrm>
            <a:off x="8477696"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kumimoji="0" lang="es-ES"/>
              <a:t>Haga clic para modificar el estilo de título del patrón</a:t>
            </a:r>
            <a:endParaRPr kumimoji="0" lang="en-US"/>
          </a:p>
        </p:txBody>
      </p:sp>
      <p:sp>
        <p:nvSpPr>
          <p:cNvPr id="3" name="2 Marcador de texto vertical"/>
          <p:cNvSpPr>
            <a:spLocks noGrp="1"/>
          </p:cNvSpPr>
          <p:nvPr>
            <p:ph type="body" orient="vert" idx="1" hasCustomPrompt="1"/>
          </p:nvPr>
        </p:nvSpPr>
        <p:spPr>
          <a:xfrm>
            <a:off x="457200" y="1481329"/>
            <a:ext cx="8229600" cy="4386071"/>
          </a:xfrm>
        </p:spPr>
        <p:txBody>
          <a:bodyPr vert="eaVert"/>
          <a:lstStyle/>
          <a:p>
            <a:pPr lvl="0" eaLnBrk="1" latinLnBrk="0" hangingPunct="1"/>
            <a:r>
              <a:rPr lang="es-ES"/>
              <a:t>Haga clic para modificar el estilo de texto del patrón</a:t>
            </a:r>
          </a:p>
          <a:p>
            <a:pPr lvl="1" eaLnBrk="1" latinLnBrk="0" hangingPunct="1"/>
            <a:r>
              <a:rPr lang="es-ES"/>
              <a:t>Segundo nivel</a:t>
            </a:r>
          </a:p>
          <a:p>
            <a:pPr lvl="2" eaLnBrk="1" latinLnBrk="0" hangingPunct="1"/>
            <a:r>
              <a:rPr lang="es-ES"/>
              <a:t>Tercer nivel</a:t>
            </a:r>
          </a:p>
          <a:p>
            <a:pPr lvl="3" eaLnBrk="1" latinLnBrk="0" hangingPunct="1"/>
            <a:r>
              <a:rPr lang="es-ES"/>
              <a:t>Cuarto nivel</a:t>
            </a:r>
          </a:p>
          <a:p>
            <a:pPr lvl="4" eaLnBrk="1" latinLnBrk="0" hangingPunct="1"/>
            <a:r>
              <a:rPr lang="es-ES"/>
              <a:t>Quinto nivel</a:t>
            </a:r>
            <a:endParaRPr kumimoji="0" lang="en-US"/>
          </a:p>
        </p:txBody>
      </p:sp>
      <p:sp>
        <p:nvSpPr>
          <p:cNvPr id="4" name="3 Marcador de fecha"/>
          <p:cNvSpPr>
            <a:spLocks noGrp="1"/>
          </p:cNvSpPr>
          <p:nvPr>
            <p:ph type="dt" sz="half" idx="10"/>
          </p:nvPr>
        </p:nvSpPr>
        <p:spPr/>
        <p:txBody>
          <a:bodyPr/>
          <a:lstStyle/>
          <a:p>
            <a:fld id="{DB10F4DA-7ABF-4333-9F09-CDDAEC5E31F4}" type="datetimeFigureOut">
              <a:rPr lang="es-GT" smtClean="0"/>
              <a:t>5/04/2024</a:t>
            </a:fld>
            <a:endParaRPr lang="es-GT"/>
          </a:p>
        </p:txBody>
      </p:sp>
      <p:sp>
        <p:nvSpPr>
          <p:cNvPr id="5" name="4 Marcador de pie de página"/>
          <p:cNvSpPr>
            <a:spLocks noGrp="1"/>
          </p:cNvSpPr>
          <p:nvPr>
            <p:ph type="ftr" sz="quarter" idx="11"/>
          </p:nvPr>
        </p:nvSpPr>
        <p:spPr/>
        <p:txBody>
          <a:bodyPr/>
          <a:lstStyle/>
          <a:p>
            <a:endParaRPr lang="es-GT"/>
          </a:p>
        </p:txBody>
      </p:sp>
      <p:sp>
        <p:nvSpPr>
          <p:cNvPr id="6" name="5 Marcador de número de diapositiva"/>
          <p:cNvSpPr>
            <a:spLocks noGrp="1"/>
          </p:cNvSpPr>
          <p:nvPr>
            <p:ph type="sldNum" sz="quarter" idx="12"/>
          </p:nvPr>
        </p:nvSpPr>
        <p:spPr/>
        <p:txBody>
          <a:bodyPr/>
          <a:lstStyle/>
          <a:p>
            <a:fld id="{766E8B9F-E061-43FD-AF5A-7FD9AD969838}" type="slidenum">
              <a:rPr lang="es-GT" smtClean="0"/>
              <a:t>‹Nº›</a:t>
            </a:fld>
            <a:endParaRPr lang="es-GT"/>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6844013" y="274640"/>
            <a:ext cx="1777470" cy="5592761"/>
          </a:xfrm>
        </p:spPr>
        <p:txBody>
          <a:bodyPr vert="eaVert"/>
          <a:lstStyle/>
          <a:p>
            <a:r>
              <a:rPr kumimoji="0" lang="es-ES"/>
              <a:t>Haga clic para modificar el estilo de título del patrón</a:t>
            </a:r>
            <a:endParaRPr kumimoji="0" lang="en-US"/>
          </a:p>
        </p:txBody>
      </p:sp>
      <p:sp>
        <p:nvSpPr>
          <p:cNvPr id="3" name="2 Marcador de texto vertical"/>
          <p:cNvSpPr>
            <a:spLocks noGrp="1"/>
          </p:cNvSpPr>
          <p:nvPr>
            <p:ph type="body" orient="vert" idx="1" hasCustomPrompt="1"/>
          </p:nvPr>
        </p:nvSpPr>
        <p:spPr>
          <a:xfrm>
            <a:off x="457200" y="274641"/>
            <a:ext cx="6324600" cy="5592760"/>
          </a:xfrm>
        </p:spPr>
        <p:txBody>
          <a:bodyPr vert="eaVert"/>
          <a:lstStyle/>
          <a:p>
            <a:pPr lvl="0" eaLnBrk="1" latinLnBrk="0" hangingPunct="1"/>
            <a:r>
              <a:rPr lang="es-ES"/>
              <a:t>Haga clic para modificar el estilo de texto del patrón</a:t>
            </a:r>
          </a:p>
          <a:p>
            <a:pPr lvl="1" eaLnBrk="1" latinLnBrk="0" hangingPunct="1"/>
            <a:r>
              <a:rPr lang="es-ES"/>
              <a:t>Segundo nivel</a:t>
            </a:r>
          </a:p>
          <a:p>
            <a:pPr lvl="2" eaLnBrk="1" latinLnBrk="0" hangingPunct="1"/>
            <a:r>
              <a:rPr lang="es-ES"/>
              <a:t>Tercer nivel</a:t>
            </a:r>
          </a:p>
          <a:p>
            <a:pPr lvl="3" eaLnBrk="1" latinLnBrk="0" hangingPunct="1"/>
            <a:r>
              <a:rPr lang="es-ES"/>
              <a:t>Cuarto nivel</a:t>
            </a:r>
          </a:p>
          <a:p>
            <a:pPr lvl="4" eaLnBrk="1" latinLnBrk="0" hangingPunct="1"/>
            <a:r>
              <a:rPr lang="es-ES"/>
              <a:t>Quinto nivel</a:t>
            </a:r>
            <a:endParaRPr kumimoji="0" lang="en-US"/>
          </a:p>
        </p:txBody>
      </p:sp>
      <p:sp>
        <p:nvSpPr>
          <p:cNvPr id="4" name="3 Marcador de fecha"/>
          <p:cNvSpPr>
            <a:spLocks noGrp="1"/>
          </p:cNvSpPr>
          <p:nvPr>
            <p:ph type="dt" sz="half" idx="10"/>
          </p:nvPr>
        </p:nvSpPr>
        <p:spPr/>
        <p:txBody>
          <a:bodyPr/>
          <a:lstStyle/>
          <a:p>
            <a:fld id="{DB10F4DA-7ABF-4333-9F09-CDDAEC5E31F4}" type="datetimeFigureOut">
              <a:rPr lang="es-GT" smtClean="0"/>
              <a:t>5/04/2024</a:t>
            </a:fld>
            <a:endParaRPr lang="es-GT"/>
          </a:p>
        </p:txBody>
      </p:sp>
      <p:sp>
        <p:nvSpPr>
          <p:cNvPr id="5" name="4 Marcador de pie de página"/>
          <p:cNvSpPr>
            <a:spLocks noGrp="1"/>
          </p:cNvSpPr>
          <p:nvPr>
            <p:ph type="ftr" sz="quarter" idx="11"/>
          </p:nvPr>
        </p:nvSpPr>
        <p:spPr/>
        <p:txBody>
          <a:bodyPr/>
          <a:lstStyle/>
          <a:p>
            <a:endParaRPr lang="es-GT"/>
          </a:p>
        </p:txBody>
      </p:sp>
      <p:sp>
        <p:nvSpPr>
          <p:cNvPr id="6" name="5 Marcador de número de diapositiva"/>
          <p:cNvSpPr>
            <a:spLocks noGrp="1"/>
          </p:cNvSpPr>
          <p:nvPr>
            <p:ph type="sldNum" sz="quarter" idx="12"/>
          </p:nvPr>
        </p:nvSpPr>
        <p:spPr/>
        <p:txBody>
          <a:bodyPr/>
          <a:lstStyle/>
          <a:p>
            <a:fld id="{766E8B9F-E061-43FD-AF5A-7FD9AD969838}" type="slidenum">
              <a:rPr lang="es-GT" smtClean="0"/>
              <a:t>‹Nº›</a:t>
            </a:fld>
            <a:endParaRPr lang="es-GT"/>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12 Forma libre"/>
          <p:cNvSpPr/>
          <p:nvPr/>
        </p:nvSpPr>
        <p:spPr bwMode="auto">
          <a:xfrm>
            <a:off x="499273" y="5944936"/>
            <a:ext cx="4940624"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11 Forma libre"/>
          <p:cNvSpPr/>
          <p:nvPr/>
        </p:nvSpPr>
        <p:spPr bwMode="auto">
          <a:xfrm>
            <a:off x="485717" y="5939011"/>
            <a:ext cx="369045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13 Triángulo rectángulo"/>
          <p:cNvSpPr/>
          <p:nvPr/>
        </p:nvSpPr>
        <p:spPr bwMode="auto">
          <a:xfrm>
            <a:off x="-6042" y="5791253"/>
            <a:ext cx="3402314" cy="1080868"/>
          </a:xfrm>
          <a:prstGeom prst="rtTriangle">
            <a:avLst/>
          </a:prstGeom>
          <a:blipFill>
            <a:blip r:embed="rId13">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5" name="14 Conector recto"/>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8 Marcador de título"/>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p>
            <a:r>
              <a:rPr kumimoji="0" lang="es-ES"/>
              <a:t>Haga clic para modificar el estilo de título del patrón</a:t>
            </a:r>
            <a:endParaRPr kumimoji="0" lang="en-US"/>
          </a:p>
        </p:txBody>
      </p:sp>
      <p:sp>
        <p:nvSpPr>
          <p:cNvPr id="30" name="29 Marcador de texto"/>
          <p:cNvSpPr>
            <a:spLocks noGrp="1"/>
          </p:cNvSpPr>
          <p:nvPr>
            <p:ph type="body" idx="1"/>
          </p:nvPr>
        </p:nvSpPr>
        <p:spPr>
          <a:xfrm>
            <a:off x="457200" y="1481328"/>
            <a:ext cx="8229600" cy="4525963"/>
          </a:xfrm>
          <a:prstGeom prst="rect">
            <a:avLst/>
          </a:prstGeom>
        </p:spPr>
        <p:txBody>
          <a:bodyPr vert="horz">
            <a:normAutofit/>
          </a:bodyPr>
          <a:lstStyle/>
          <a:p>
            <a:pPr lvl="0" eaLnBrk="1" latinLnBrk="0" hangingPunct="1"/>
            <a:r>
              <a:rPr kumimoji="0" lang="es-ES"/>
              <a:t>Haga clic para modificar el estilo de texto del patrón</a:t>
            </a:r>
          </a:p>
          <a:p>
            <a:pPr lvl="1" eaLnBrk="1" latinLnBrk="0" hangingPunct="1"/>
            <a:r>
              <a:rPr kumimoji="0" lang="es-ES"/>
              <a:t>Segundo nivel</a:t>
            </a:r>
          </a:p>
          <a:p>
            <a:pPr lvl="2" eaLnBrk="1" latinLnBrk="0" hangingPunct="1"/>
            <a:r>
              <a:rPr kumimoji="0" lang="es-ES"/>
              <a:t>Tercer nivel</a:t>
            </a:r>
          </a:p>
          <a:p>
            <a:pPr lvl="3" eaLnBrk="1" latinLnBrk="0" hangingPunct="1"/>
            <a:r>
              <a:rPr kumimoji="0" lang="es-ES"/>
              <a:t>Cuarto nivel</a:t>
            </a:r>
          </a:p>
          <a:p>
            <a:pPr lvl="4" eaLnBrk="1" latinLnBrk="0" hangingPunct="1"/>
            <a:r>
              <a:rPr kumimoji="0" lang="es-ES"/>
              <a:t>Quinto nivel</a:t>
            </a:r>
            <a:endParaRPr kumimoji="0" lang="en-US"/>
          </a:p>
        </p:txBody>
      </p:sp>
      <p:sp>
        <p:nvSpPr>
          <p:cNvPr id="10" name="9 Marcador de fecha"/>
          <p:cNvSpPr>
            <a:spLocks noGrp="1"/>
          </p:cNvSpPr>
          <p:nvPr>
            <p:ph type="dt" sz="half" idx="2"/>
          </p:nvPr>
        </p:nvSpPr>
        <p:spPr>
          <a:xfrm>
            <a:off x="6727032" y="6407944"/>
            <a:ext cx="1920240" cy="365760"/>
          </a:xfrm>
          <a:prstGeom prst="rect">
            <a:avLst/>
          </a:prstGeom>
        </p:spPr>
        <p:txBody>
          <a:bodyPr vert="horz" anchor="b"/>
          <a:lstStyle>
            <a:lvl1pPr algn="l" eaLnBrk="1" latinLnBrk="0" hangingPunct="1">
              <a:defRPr kumimoji="0" sz="1000">
                <a:solidFill>
                  <a:schemeClr val="tx1"/>
                </a:solidFill>
              </a:defRPr>
            </a:lvl1pPr>
          </a:lstStyle>
          <a:p>
            <a:fld id="{DB10F4DA-7ABF-4333-9F09-CDDAEC5E31F4}" type="datetimeFigureOut">
              <a:rPr lang="es-GT" smtClean="0"/>
              <a:t>5/04/2024</a:t>
            </a:fld>
            <a:endParaRPr lang="es-GT"/>
          </a:p>
        </p:txBody>
      </p:sp>
      <p:sp>
        <p:nvSpPr>
          <p:cNvPr id="22" name="21 Marcador de pie de página"/>
          <p:cNvSpPr>
            <a:spLocks noGrp="1"/>
          </p:cNvSpPr>
          <p:nvPr>
            <p:ph type="ftr" sz="quarter" idx="3"/>
          </p:nvPr>
        </p:nvSpPr>
        <p:spPr>
          <a:xfrm>
            <a:off x="4380072" y="6407944"/>
            <a:ext cx="2350681" cy="365125"/>
          </a:xfrm>
          <a:prstGeom prst="rect">
            <a:avLst/>
          </a:prstGeom>
        </p:spPr>
        <p:txBody>
          <a:bodyPr vert="horz" anchor="b"/>
          <a:lstStyle>
            <a:lvl1pPr algn="r" eaLnBrk="1" latinLnBrk="0" hangingPunct="1">
              <a:defRPr kumimoji="0" sz="1000">
                <a:solidFill>
                  <a:schemeClr val="tx1"/>
                </a:solidFill>
              </a:defRPr>
            </a:lvl1pPr>
          </a:lstStyle>
          <a:p>
            <a:endParaRPr lang="es-GT"/>
          </a:p>
        </p:txBody>
      </p:sp>
      <p:sp>
        <p:nvSpPr>
          <p:cNvPr id="18" name="17 Marcador de número de diapositiva"/>
          <p:cNvSpPr>
            <a:spLocks noGrp="1"/>
          </p:cNvSpPr>
          <p:nvPr>
            <p:ph type="sldNum" sz="quarter" idx="4"/>
          </p:nvPr>
        </p:nvSpPr>
        <p:spPr>
          <a:xfrm>
            <a:off x="8647272" y="6407944"/>
            <a:ext cx="365760" cy="365125"/>
          </a:xfrm>
          <a:prstGeom prst="rect">
            <a:avLst/>
          </a:prstGeom>
        </p:spPr>
        <p:txBody>
          <a:bodyPr vert="horz" anchor="b"/>
          <a:lstStyle>
            <a:lvl1pPr algn="r" eaLnBrk="1" latinLnBrk="0" hangingPunct="1">
              <a:defRPr kumimoji="0" sz="1000" b="0">
                <a:solidFill>
                  <a:schemeClr val="tx1"/>
                </a:solidFill>
              </a:defRPr>
            </a:lvl1pPr>
          </a:lstStyle>
          <a:p>
            <a:fld id="{766E8B9F-E061-43FD-AF5A-7FD9AD969838}" type="slidenum">
              <a:rPr lang="es-GT" smtClean="0"/>
              <a:t>‹Nº›</a:t>
            </a:fld>
            <a:endParaRPr lang="es-GT"/>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p:titleStyle>
    <p:bodyStyle>
      <a:lvl1pPr marL="365760" indent="-255905" algn="l" rtl="0" eaLnBrk="1" latinLnBrk="0" hangingPunct="1">
        <a:spcBef>
          <a:spcPts val="400"/>
        </a:spcBef>
        <a:spcAft>
          <a:spcPts val="0"/>
        </a:spcAft>
        <a:buClr>
          <a:schemeClr val="accent1"/>
        </a:buClr>
        <a:buSzPct val="68000"/>
        <a:buFont typeface="Wingdings 3" panose="05040102010807070707"/>
        <a:buChar char=""/>
        <a:defRPr kumimoji="0" sz="2700" kern="1200">
          <a:solidFill>
            <a:schemeClr val="tx1"/>
          </a:solidFill>
          <a:latin typeface="+mn-lt"/>
          <a:ea typeface="+mn-ea"/>
          <a:cs typeface="+mn-cs"/>
        </a:defRPr>
      </a:lvl1pPr>
      <a:lvl2pPr marL="621665" indent="-228600" algn="l" rtl="0" eaLnBrk="1" latinLnBrk="0" hangingPunct="1">
        <a:spcBef>
          <a:spcPts val="325"/>
        </a:spcBef>
        <a:buClr>
          <a:schemeClr val="accent1"/>
        </a:buClr>
        <a:buFont typeface="Verdana" panose="020B0604030504040204"/>
        <a:buChar char="◦"/>
        <a:defRPr kumimoji="0" sz="2300" kern="1200">
          <a:solidFill>
            <a:schemeClr val="tx1"/>
          </a:solidFill>
          <a:latin typeface="+mn-lt"/>
          <a:ea typeface="+mn-ea"/>
          <a:cs typeface="+mn-cs"/>
        </a:defRPr>
      </a:lvl2pPr>
      <a:lvl3pPr marL="859790" indent="-228600" algn="l" rtl="0" eaLnBrk="1" latinLnBrk="0" hangingPunct="1">
        <a:spcBef>
          <a:spcPts val="350"/>
        </a:spcBef>
        <a:buClr>
          <a:schemeClr val="accent2"/>
        </a:buClr>
        <a:buSzPct val="100000"/>
        <a:buFont typeface="Wingdings 2" panose="05020102010507070707"/>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panose="05020102010507070707"/>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panose="05020102010507070707"/>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panose="05020102010507070707"/>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panose="05020102010507070707"/>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panose="05020102010507070707"/>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panose="05020102010507070707"/>
        <a:buChar char=""/>
        <a:defRPr kumimoji="0" sz="16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6 Rectángulo"/>
          <p:cNvSpPr/>
          <p:nvPr/>
        </p:nvSpPr>
        <p:spPr>
          <a:xfrm>
            <a:off x="827584" y="2060848"/>
            <a:ext cx="7416824" cy="2646878"/>
          </a:xfrm>
          <a:prstGeom prst="rect">
            <a:avLst/>
          </a:prstGeom>
        </p:spPr>
        <p:txBody>
          <a:bodyPr wrap="square">
            <a:spAutoFit/>
          </a:bodyPr>
          <a:lstStyle/>
          <a:p>
            <a:pPr algn="ctr"/>
            <a:r>
              <a:rPr lang="es-GT" sz="16600" b="1" dirty="0"/>
              <a:t>CLUF</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a:blip r:embed="rId2"/>
          <a:stretch>
            <a:fillRect/>
          </a:stretch>
        </p:blipFill>
        <p:spPr>
          <a:xfrm>
            <a:off x="827584" y="260648"/>
            <a:ext cx="7632848" cy="567799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a:blip r:embed="rId2"/>
          <a:stretch>
            <a:fillRect/>
          </a:stretch>
        </p:blipFill>
        <p:spPr>
          <a:xfrm>
            <a:off x="899592" y="260648"/>
            <a:ext cx="7380312" cy="5550937"/>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6 Rectángulo"/>
          <p:cNvSpPr/>
          <p:nvPr/>
        </p:nvSpPr>
        <p:spPr>
          <a:xfrm>
            <a:off x="971600" y="1052736"/>
            <a:ext cx="7416824" cy="3170099"/>
          </a:xfrm>
          <a:prstGeom prst="rect">
            <a:avLst/>
          </a:prstGeom>
        </p:spPr>
        <p:txBody>
          <a:bodyPr wrap="square">
            <a:spAutoFit/>
          </a:bodyPr>
          <a:lstStyle/>
          <a:p>
            <a:pPr algn="ctr"/>
            <a:r>
              <a:rPr lang="es-GT" sz="2800" dirty="0"/>
              <a:t>Contrato de Licencia de usuario final</a:t>
            </a:r>
          </a:p>
          <a:p>
            <a:pPr algn="ctr"/>
            <a:r>
              <a:rPr lang="es-GT" sz="2800" dirty="0"/>
              <a:t>CLUF</a:t>
            </a:r>
          </a:p>
          <a:p>
            <a:r>
              <a:rPr lang="es-GT" dirty="0"/>
              <a:t> </a:t>
            </a:r>
          </a:p>
          <a:p>
            <a:r>
              <a:rPr lang="es-GT" dirty="0"/>
              <a:t>  </a:t>
            </a:r>
          </a:p>
          <a:p>
            <a:r>
              <a:rPr lang="es-GT" dirty="0"/>
              <a:t> </a:t>
            </a:r>
          </a:p>
          <a:p>
            <a:r>
              <a:rPr lang="es-GT" dirty="0"/>
              <a:t>El contrato de licencia de usuario final también es conocido en el ámbito internacional con el nombre de </a:t>
            </a:r>
            <a:r>
              <a:rPr lang="es-GT" dirty="0" err="1"/>
              <a:t>shrink-wrap</a:t>
            </a:r>
            <a:r>
              <a:rPr lang="es-GT" dirty="0"/>
              <a:t> </a:t>
            </a:r>
            <a:r>
              <a:rPr lang="es-GT" dirty="0" err="1"/>
              <a:t>licenses</a:t>
            </a:r>
            <a:r>
              <a:rPr lang="es-GT" dirty="0"/>
              <a:t> o licencias de uso.</a:t>
            </a:r>
          </a:p>
          <a:p>
            <a:endParaRPr lang="es-GT" dirty="0"/>
          </a:p>
          <a:p>
            <a:pPr algn="ctr"/>
            <a:endParaRPr lang="es-GT"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6 Rectángulo"/>
          <p:cNvSpPr/>
          <p:nvPr/>
        </p:nvSpPr>
        <p:spPr>
          <a:xfrm>
            <a:off x="971600" y="1052736"/>
            <a:ext cx="7416824" cy="4678204"/>
          </a:xfrm>
          <a:prstGeom prst="rect">
            <a:avLst/>
          </a:prstGeom>
        </p:spPr>
        <p:txBody>
          <a:bodyPr wrap="square">
            <a:spAutoFit/>
          </a:bodyPr>
          <a:lstStyle/>
          <a:p>
            <a:pPr algn="ctr"/>
            <a:r>
              <a:rPr lang="es-GT" sz="2800" dirty="0"/>
              <a:t>Antecedentes</a:t>
            </a:r>
          </a:p>
          <a:p>
            <a:r>
              <a:rPr lang="es-GT" dirty="0"/>
              <a:t> </a:t>
            </a:r>
          </a:p>
          <a:p>
            <a:r>
              <a:rPr lang="es-GT" dirty="0"/>
              <a:t>  </a:t>
            </a:r>
          </a:p>
          <a:p>
            <a:pPr algn="just"/>
            <a:r>
              <a:rPr lang="es-GT" dirty="0"/>
              <a:t>El acelerado desarrollo de tecnologías ha introducido cambios en costumbres y hábitos en el entorno privado y público del hombre de fines del siglo XX. La economía, las relaciones humanas, la cultura y la política se ven tocadas por las denominadas nuevas tecnologías de la información, es el gran motor de cambio de nuestra sociedad.</a:t>
            </a:r>
          </a:p>
          <a:p>
            <a:pPr algn="just"/>
            <a:r>
              <a:rPr lang="es-GT" dirty="0"/>
              <a:t> </a:t>
            </a:r>
          </a:p>
          <a:p>
            <a:pPr algn="just"/>
            <a:r>
              <a:rPr lang="es-GT" dirty="0"/>
              <a:t>Esta circunstancia obliga al legislador a adaptar el ordenamiento jurídico a la nueva realidad social que origina la introducción de los avances tecnológicos en la vida cotidiana del ciudadano común.</a:t>
            </a:r>
          </a:p>
          <a:p>
            <a:endParaRPr lang="es-GT" dirty="0"/>
          </a:p>
          <a:p>
            <a:pPr algn="ctr"/>
            <a:endParaRPr lang="es-GT" dirty="0"/>
          </a:p>
        </p:txBody>
      </p:sp>
    </p:spTree>
    <p:extLst>
      <p:ext uri="{BB962C8B-B14F-4D97-AF65-F5344CB8AC3E}">
        <p14:creationId xmlns:p14="http://schemas.microsoft.com/office/powerpoint/2010/main" val="840162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6 Rectángulo"/>
          <p:cNvSpPr/>
          <p:nvPr/>
        </p:nvSpPr>
        <p:spPr>
          <a:xfrm>
            <a:off x="971600" y="1052736"/>
            <a:ext cx="7416824" cy="4124206"/>
          </a:xfrm>
          <a:prstGeom prst="rect">
            <a:avLst/>
          </a:prstGeom>
        </p:spPr>
        <p:txBody>
          <a:bodyPr wrap="square">
            <a:spAutoFit/>
          </a:bodyPr>
          <a:lstStyle/>
          <a:p>
            <a:pPr algn="ctr"/>
            <a:r>
              <a:rPr lang="es-GT" sz="2800" dirty="0"/>
              <a:t>Definición de CLUF</a:t>
            </a:r>
          </a:p>
          <a:p>
            <a:r>
              <a:rPr lang="es-GT" dirty="0"/>
              <a:t> </a:t>
            </a:r>
          </a:p>
          <a:p>
            <a:pPr algn="just"/>
            <a:r>
              <a:rPr lang="es-GT" dirty="0"/>
              <a:t>El contrato de licencia de usuario final:</a:t>
            </a:r>
            <a:r>
              <a:rPr lang="es-GT" b="1" dirty="0"/>
              <a:t> </a:t>
            </a:r>
            <a:r>
              <a:rPr lang="es-GT" dirty="0"/>
              <a:t>“Es el acuerdo de  voluntades  por  medio  del  cual  se  autoriza  el  uso  de  un  programa  de ordenador o acceso a una base de datos, a una persona individual o jurídica en las condiciones establecidas”.</a:t>
            </a:r>
          </a:p>
          <a:p>
            <a:pPr algn="just"/>
            <a:r>
              <a:rPr lang="es-GT" dirty="0"/>
              <a:t> </a:t>
            </a:r>
          </a:p>
          <a:p>
            <a:pPr algn="just"/>
            <a:r>
              <a:rPr lang="es-GT" dirty="0"/>
              <a:t>Microsoft define al contrato de licencia de usuario final como</a:t>
            </a:r>
            <a:r>
              <a:rPr lang="es-GT" b="1" dirty="0"/>
              <a:t>: “</a:t>
            </a:r>
            <a:r>
              <a:rPr lang="es-GT" dirty="0"/>
              <a:t>es un contrato de licencia para el usuario final que acompaña al software, a los contenidos, a los soportes  físicos  o  a  cualesquiera  otros  materiales  y  que  establece  las condiciones de uso de los mismos”.</a:t>
            </a:r>
          </a:p>
          <a:p>
            <a:endParaRPr lang="es-GT" dirty="0"/>
          </a:p>
          <a:p>
            <a:pPr algn="ctr"/>
            <a:endParaRPr lang="es-GT" dirty="0"/>
          </a:p>
        </p:txBody>
      </p:sp>
    </p:spTree>
    <p:extLst>
      <p:ext uri="{BB962C8B-B14F-4D97-AF65-F5344CB8AC3E}">
        <p14:creationId xmlns:p14="http://schemas.microsoft.com/office/powerpoint/2010/main" val="20963826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6 Rectángulo"/>
          <p:cNvSpPr/>
          <p:nvPr/>
        </p:nvSpPr>
        <p:spPr>
          <a:xfrm>
            <a:off x="971600" y="1052736"/>
            <a:ext cx="7416824" cy="4678204"/>
          </a:xfrm>
          <a:prstGeom prst="rect">
            <a:avLst/>
          </a:prstGeom>
        </p:spPr>
        <p:txBody>
          <a:bodyPr wrap="square">
            <a:spAutoFit/>
          </a:bodyPr>
          <a:lstStyle/>
          <a:p>
            <a:pPr algn="ctr"/>
            <a:r>
              <a:rPr lang="es-GT" sz="2800" dirty="0"/>
              <a:t>Naturaleza Jurídica</a:t>
            </a:r>
          </a:p>
          <a:p>
            <a:endParaRPr lang="es-GT" dirty="0"/>
          </a:p>
          <a:p>
            <a:pPr algn="just"/>
            <a:r>
              <a:rPr lang="es-GT" dirty="0"/>
              <a:t>Su naturaleza tiene relación con el derecho mercantil, porque su ánimo de lucro es visible y por que se trata de un contrato que aún en el ordenamiento no se encuentra regulado, esto  genera conflictos al  momento de su interpretación debido a que quien elabora el contrato es la empresa que elabora el software y lo hace de acuerdo a las leyes del país en donde se origino el mismo, que en muchos casos son contrarias al ordenamiento. Esto al momento de ejecutar el contrato de licencia de usuario final, por incumplimiento de las condiciones establecidas en el mismo, ya que se sujetan a normativas que instituyen plazos distintos a los que existentes en Guatemala o prohíben o limitan el uso de algunas instituciones legales por tratarse de un extranjero.</a:t>
            </a:r>
          </a:p>
          <a:p>
            <a:endParaRPr lang="es-GT" dirty="0"/>
          </a:p>
        </p:txBody>
      </p:sp>
    </p:spTree>
    <p:extLst>
      <p:ext uri="{BB962C8B-B14F-4D97-AF65-F5344CB8AC3E}">
        <p14:creationId xmlns:p14="http://schemas.microsoft.com/office/powerpoint/2010/main" val="41016354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6 Rectángulo"/>
          <p:cNvSpPr/>
          <p:nvPr/>
        </p:nvSpPr>
        <p:spPr>
          <a:xfrm>
            <a:off x="971600" y="1052736"/>
            <a:ext cx="7416824" cy="4678204"/>
          </a:xfrm>
          <a:prstGeom prst="rect">
            <a:avLst/>
          </a:prstGeom>
        </p:spPr>
        <p:txBody>
          <a:bodyPr wrap="square">
            <a:spAutoFit/>
          </a:bodyPr>
          <a:lstStyle/>
          <a:p>
            <a:pPr algn="ctr"/>
            <a:r>
              <a:rPr lang="es-GT" sz="2800" dirty="0"/>
              <a:t>Elementos</a:t>
            </a:r>
          </a:p>
          <a:p>
            <a:endParaRPr lang="es-GT" dirty="0"/>
          </a:p>
          <a:p>
            <a:r>
              <a:rPr lang="es-GT" dirty="0"/>
              <a:t>Elementos subjetivos</a:t>
            </a:r>
          </a:p>
          <a:p>
            <a:r>
              <a:rPr lang="es-GT" dirty="0"/>
              <a:t> </a:t>
            </a:r>
          </a:p>
          <a:p>
            <a:r>
              <a:rPr lang="es-GT" dirty="0"/>
              <a:t>Las partes que intervienen dentro del contrato de licencia de usuario final son los </a:t>
            </a:r>
            <a:r>
              <a:rPr lang="es-GT" b="1" dirty="0"/>
              <a:t>autores y los  usuarios.</a:t>
            </a:r>
          </a:p>
          <a:p>
            <a:r>
              <a:rPr lang="es-GT" dirty="0"/>
              <a:t> </a:t>
            </a:r>
          </a:p>
          <a:p>
            <a:r>
              <a:rPr lang="es-GT" dirty="0"/>
              <a:t>Los autores, que pueden cumplir la función de fabricantes, distribuidores y vendedores de bienes informáticos, así como los prestadores de servicios informáticos.</a:t>
            </a:r>
          </a:p>
          <a:p>
            <a:endParaRPr lang="es-GT" dirty="0"/>
          </a:p>
          <a:p>
            <a:r>
              <a:rPr lang="es-GT" dirty="0"/>
              <a:t>Y, los usuarios, todas aquellas entidades (públicas o privadas) o individuos que requieren satisfacer determinadas necesidades mediante los bienes informáticos.</a:t>
            </a:r>
          </a:p>
          <a:p>
            <a:endParaRPr lang="es-GT" dirty="0"/>
          </a:p>
          <a:p>
            <a:endParaRPr lang="es-GT" dirty="0"/>
          </a:p>
        </p:txBody>
      </p:sp>
    </p:spTree>
    <p:extLst>
      <p:ext uri="{BB962C8B-B14F-4D97-AF65-F5344CB8AC3E}">
        <p14:creationId xmlns:p14="http://schemas.microsoft.com/office/powerpoint/2010/main" val="17594716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6 Rectángulo"/>
          <p:cNvSpPr/>
          <p:nvPr/>
        </p:nvSpPr>
        <p:spPr>
          <a:xfrm>
            <a:off x="1043608" y="1484784"/>
            <a:ext cx="7416824" cy="2462213"/>
          </a:xfrm>
          <a:prstGeom prst="rect">
            <a:avLst/>
          </a:prstGeom>
        </p:spPr>
        <p:txBody>
          <a:bodyPr wrap="square">
            <a:spAutoFit/>
          </a:bodyPr>
          <a:lstStyle/>
          <a:p>
            <a:pPr algn="ctr"/>
            <a:r>
              <a:rPr lang="es-GT" sz="2800" dirty="0"/>
              <a:t>Licencia</a:t>
            </a:r>
          </a:p>
          <a:p>
            <a:endParaRPr lang="es-GT" dirty="0"/>
          </a:p>
          <a:p>
            <a:r>
              <a:rPr lang="es-GT" dirty="0"/>
              <a:t>Es  un  contrato  entre  el  titular  del  derecho  de  autor  (propietario)  y  el  usuario  del programa informático (usuario final), para utilizar éste en una forma determinada y de conformidad con unas condiciones convenidas.</a:t>
            </a:r>
          </a:p>
          <a:p>
            <a:br>
              <a:rPr lang="es-GT" dirty="0"/>
            </a:br>
            <a:endParaRPr lang="es-GT" dirty="0"/>
          </a:p>
        </p:txBody>
      </p:sp>
    </p:spTree>
    <p:extLst>
      <p:ext uri="{BB962C8B-B14F-4D97-AF65-F5344CB8AC3E}">
        <p14:creationId xmlns:p14="http://schemas.microsoft.com/office/powerpoint/2010/main" val="23383593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6 Rectángulo"/>
          <p:cNvSpPr/>
          <p:nvPr/>
        </p:nvSpPr>
        <p:spPr>
          <a:xfrm>
            <a:off x="971600" y="1052736"/>
            <a:ext cx="7416824" cy="3847207"/>
          </a:xfrm>
          <a:prstGeom prst="rect">
            <a:avLst/>
          </a:prstGeom>
        </p:spPr>
        <p:txBody>
          <a:bodyPr wrap="square">
            <a:spAutoFit/>
          </a:bodyPr>
          <a:lstStyle/>
          <a:p>
            <a:pPr algn="ctr"/>
            <a:r>
              <a:rPr lang="es-GT" sz="2800" b="1" dirty="0"/>
              <a:t>Clasificación de las licencias</a:t>
            </a:r>
          </a:p>
          <a:p>
            <a:endParaRPr lang="es-GT" dirty="0"/>
          </a:p>
          <a:p>
            <a:r>
              <a:rPr lang="es-GT" b="1" dirty="0"/>
              <a:t>Según los derechos que cada autor se reserva sobre su obra</a:t>
            </a:r>
          </a:p>
          <a:p>
            <a:r>
              <a:rPr lang="es-GT" dirty="0"/>
              <a:t> </a:t>
            </a:r>
          </a:p>
          <a:p>
            <a:r>
              <a:rPr lang="es-GT" b="1" dirty="0"/>
              <a:t>Licencia de software libre sin protección heredada.</a:t>
            </a:r>
          </a:p>
          <a:p>
            <a:r>
              <a:rPr lang="es-GT" dirty="0"/>
              <a:t> </a:t>
            </a:r>
          </a:p>
          <a:p>
            <a:r>
              <a:rPr lang="es-GT" dirty="0"/>
              <a:t>Se puede crear una obra derivada sin que ésta tenga obligación de protección alguna.   Esta la podemos observar cuando una autor de software modifica el código fuente de un programa sin registrar su nueva creación, esto quiere decir que aunque el programa original goce de protección, no la traslada a su modificación.</a:t>
            </a:r>
          </a:p>
          <a:p>
            <a:endParaRPr lang="es-GT" dirty="0"/>
          </a:p>
        </p:txBody>
      </p:sp>
    </p:spTree>
    <p:extLst>
      <p:ext uri="{BB962C8B-B14F-4D97-AF65-F5344CB8AC3E}">
        <p14:creationId xmlns:p14="http://schemas.microsoft.com/office/powerpoint/2010/main" val="12165160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6 Rectángulo"/>
          <p:cNvSpPr/>
          <p:nvPr/>
        </p:nvSpPr>
        <p:spPr>
          <a:xfrm>
            <a:off x="971600" y="1052736"/>
            <a:ext cx="7416824" cy="4401205"/>
          </a:xfrm>
          <a:prstGeom prst="rect">
            <a:avLst/>
          </a:prstGeom>
        </p:spPr>
        <p:txBody>
          <a:bodyPr wrap="square">
            <a:spAutoFit/>
          </a:bodyPr>
          <a:lstStyle/>
          <a:p>
            <a:pPr algn="ctr"/>
            <a:r>
              <a:rPr lang="es-GT" sz="2800" b="1" dirty="0"/>
              <a:t>Licencia de Software no libre</a:t>
            </a:r>
          </a:p>
          <a:p>
            <a:endParaRPr lang="es-GT" dirty="0"/>
          </a:p>
          <a:p>
            <a:pPr algn="just"/>
            <a:r>
              <a:rPr lang="es-GT" dirty="0"/>
              <a:t>Estas licencias también se conocen con el nombre de software privativo. En ellas los propietarios establecen los derechos de uso, distribución, redistribución, copia, modificación, cesión y en general cualquier otra consideración que se estime necesaria.</a:t>
            </a:r>
          </a:p>
          <a:p>
            <a:pPr algn="just"/>
            <a:r>
              <a:rPr lang="es-GT" dirty="0"/>
              <a:t> </a:t>
            </a:r>
          </a:p>
          <a:p>
            <a:pPr algn="just"/>
            <a:r>
              <a:rPr lang="es-GT" dirty="0"/>
              <a:t>Este tipo de licencias, por lo general, no permiten que el software sea modificado, desensamblado, copiado o distribuido de forma ilegal (piratería de software), regula el número de copias que pueden ser instaladas e incluso los fines concretos para los cuales puede ser utilizado. La mayoría de estas licencias limitan fuertemente la responsabilidad derivada de fallos en el programa.</a:t>
            </a:r>
          </a:p>
          <a:p>
            <a:endParaRPr lang="es-GT" dirty="0"/>
          </a:p>
        </p:txBody>
      </p:sp>
    </p:spTree>
    <p:extLst>
      <p:ext uri="{BB962C8B-B14F-4D97-AF65-F5344CB8AC3E}">
        <p14:creationId xmlns:p14="http://schemas.microsoft.com/office/powerpoint/2010/main" val="4665851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6 Rectángulo"/>
          <p:cNvSpPr/>
          <p:nvPr/>
        </p:nvSpPr>
        <p:spPr>
          <a:xfrm>
            <a:off x="971600" y="1052736"/>
            <a:ext cx="7416824" cy="3600986"/>
          </a:xfrm>
          <a:prstGeom prst="rect">
            <a:avLst/>
          </a:prstGeom>
        </p:spPr>
        <p:txBody>
          <a:bodyPr wrap="square">
            <a:spAutoFit/>
          </a:bodyPr>
          <a:lstStyle/>
          <a:p>
            <a:pPr algn="ctr"/>
            <a:r>
              <a:rPr lang="es-GT" sz="2800" b="1" dirty="0"/>
              <a:t>Software de dominio público (sin licencia):</a:t>
            </a:r>
          </a:p>
          <a:p>
            <a:pPr algn="ctr"/>
            <a:endParaRPr lang="es-GT" sz="2800" dirty="0"/>
          </a:p>
          <a:p>
            <a:r>
              <a:rPr lang="es-GT" dirty="0"/>
              <a:t> </a:t>
            </a:r>
          </a:p>
          <a:p>
            <a:pPr algn="just"/>
            <a:r>
              <a:rPr lang="es-GT" dirty="0"/>
              <a:t>Se permite uso, copia, modificación o redistribución con o sin fines de lucro. Esta clase de software puede se utilizado por cualquier usuario, ya sea descargado de la red (Internet) o por cualquier otro medio, esto porque el usuario pone a disposición de los usuarios ya sea versiones de demostración o prueba, tal el caso de los antivirus.</a:t>
            </a:r>
          </a:p>
          <a:p>
            <a:endParaRPr lang="es-GT" dirty="0"/>
          </a:p>
        </p:txBody>
      </p:sp>
    </p:spTree>
    <p:extLst>
      <p:ext uri="{BB962C8B-B14F-4D97-AF65-F5344CB8AC3E}">
        <p14:creationId xmlns:p14="http://schemas.microsoft.com/office/powerpoint/2010/main" val="35920803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6 Rectángulo"/>
          <p:cNvSpPr/>
          <p:nvPr/>
        </p:nvSpPr>
        <p:spPr>
          <a:xfrm>
            <a:off x="971600" y="1052736"/>
            <a:ext cx="7416824" cy="4678204"/>
          </a:xfrm>
          <a:prstGeom prst="rect">
            <a:avLst/>
          </a:prstGeom>
        </p:spPr>
        <p:txBody>
          <a:bodyPr wrap="square">
            <a:spAutoFit/>
          </a:bodyPr>
          <a:lstStyle/>
          <a:p>
            <a:pPr algn="ctr"/>
            <a:r>
              <a:rPr lang="es-GT" sz="2800" b="1" dirty="0"/>
              <a:t>Licencia de Usuario Final</a:t>
            </a:r>
          </a:p>
          <a:p>
            <a:endParaRPr lang="es-GT" dirty="0"/>
          </a:p>
          <a:p>
            <a:r>
              <a:rPr lang="es-GT" dirty="0"/>
              <a:t>En inglés EULA o </a:t>
            </a:r>
            <a:r>
              <a:rPr lang="es-GT" dirty="0" err="1"/>
              <a:t>End</a:t>
            </a:r>
            <a:r>
              <a:rPr lang="es-GT" dirty="0"/>
              <a:t> </a:t>
            </a:r>
            <a:r>
              <a:rPr lang="es-GT" dirty="0" err="1"/>
              <a:t>User</a:t>
            </a:r>
            <a:r>
              <a:rPr lang="es-GT" dirty="0"/>
              <a:t> </a:t>
            </a:r>
            <a:r>
              <a:rPr lang="es-GT" dirty="0" err="1"/>
              <a:t>License</a:t>
            </a:r>
            <a:r>
              <a:rPr lang="es-GT" dirty="0"/>
              <a:t> </a:t>
            </a:r>
            <a:r>
              <a:rPr lang="es-GT" dirty="0" err="1"/>
              <a:t>Agreement</a:t>
            </a:r>
            <a:r>
              <a:rPr lang="es-GT" dirty="0"/>
              <a:t>, es una licencia por la cual el uso de un producto sólo está permitido para un único usuario (el comprador). Esto lo podemos observar en sistemas operativos (Windows) o en juegos de computadoras en los cuales el creador de los mismos limita a los usuarios por medio de una clave que identifica cada producto.</a:t>
            </a:r>
          </a:p>
          <a:p>
            <a:r>
              <a:rPr lang="es-GT" dirty="0"/>
              <a:t> </a:t>
            </a:r>
          </a:p>
          <a:p>
            <a:r>
              <a:rPr lang="es-GT" dirty="0"/>
              <a:t>En este tipo de contrato, el dueño de los derechos de un producto insta al usuario final de  éste  a  que  reconozca  tener  conocimiento  de  las  restricciones  de  uso,  de  los derechos del autor (copyright), de las patentes, marcas y nombres comerciales, y que acepte de conformidad.</a:t>
            </a:r>
          </a:p>
          <a:p>
            <a:br>
              <a:rPr lang="es-GT" dirty="0"/>
            </a:br>
            <a:endParaRPr lang="es-GT" dirty="0"/>
          </a:p>
        </p:txBody>
      </p:sp>
    </p:spTree>
    <p:extLst>
      <p:ext uri="{BB962C8B-B14F-4D97-AF65-F5344CB8AC3E}">
        <p14:creationId xmlns:p14="http://schemas.microsoft.com/office/powerpoint/2010/main" val="28587075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6 Rectángulo"/>
          <p:cNvSpPr/>
          <p:nvPr/>
        </p:nvSpPr>
        <p:spPr>
          <a:xfrm>
            <a:off x="971600" y="1052736"/>
            <a:ext cx="7416824" cy="3170099"/>
          </a:xfrm>
          <a:prstGeom prst="rect">
            <a:avLst/>
          </a:prstGeom>
        </p:spPr>
        <p:txBody>
          <a:bodyPr wrap="square">
            <a:spAutoFit/>
          </a:bodyPr>
          <a:lstStyle/>
          <a:p>
            <a:pPr algn="ctr"/>
            <a:r>
              <a:rPr lang="es-GT" sz="2800" b="1" dirty="0"/>
              <a:t>Objeto del CLUF</a:t>
            </a:r>
          </a:p>
          <a:p>
            <a:pPr algn="ctr"/>
            <a:endParaRPr lang="es-GT" sz="2800" dirty="0"/>
          </a:p>
          <a:p>
            <a:pPr algn="just"/>
            <a:r>
              <a:rPr lang="es-GT" dirty="0"/>
              <a:t>El contrato de licencia de usuario final, su objeto es básicamente el otorgamiento de un permiso de uso de un programa de ordenador o acceso a una base de datos a una persona individual o jurídica de acuerdo a condiciones preestablecidas por el creador o distribuidor, el cual puede ser oneroso o gratuito.</a:t>
            </a:r>
          </a:p>
          <a:p>
            <a:br>
              <a:rPr lang="es-GT" dirty="0"/>
            </a:br>
            <a:endParaRPr lang="es-GT" dirty="0"/>
          </a:p>
        </p:txBody>
      </p:sp>
    </p:spTree>
    <p:extLst>
      <p:ext uri="{BB962C8B-B14F-4D97-AF65-F5344CB8AC3E}">
        <p14:creationId xmlns:p14="http://schemas.microsoft.com/office/powerpoint/2010/main" val="34665327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6 Rectángulo"/>
          <p:cNvSpPr/>
          <p:nvPr/>
        </p:nvSpPr>
        <p:spPr>
          <a:xfrm>
            <a:off x="971600" y="1052736"/>
            <a:ext cx="7416824" cy="4001095"/>
          </a:xfrm>
          <a:prstGeom prst="rect">
            <a:avLst/>
          </a:prstGeom>
        </p:spPr>
        <p:txBody>
          <a:bodyPr wrap="square">
            <a:spAutoFit/>
          </a:bodyPr>
          <a:lstStyle/>
          <a:p>
            <a:pPr algn="ctr"/>
            <a:r>
              <a:rPr lang="es-GT" sz="2800" b="1" dirty="0"/>
              <a:t>Derechos que incorpora el CLUF</a:t>
            </a:r>
          </a:p>
          <a:p>
            <a:pPr algn="ctr"/>
            <a:endParaRPr lang="es-GT" sz="2800" b="1" dirty="0"/>
          </a:p>
          <a:p>
            <a:endParaRPr lang="es-GT" dirty="0"/>
          </a:p>
          <a:p>
            <a:pPr algn="just"/>
            <a:r>
              <a:rPr lang="es-GT" dirty="0"/>
              <a:t>El contrato de licencia de usuario final incorpora como todo contrato informático, derechos morales y patrimoniales.</a:t>
            </a:r>
          </a:p>
          <a:p>
            <a:pPr algn="just"/>
            <a:endParaRPr lang="es-GT" dirty="0"/>
          </a:p>
          <a:p>
            <a:pPr algn="just"/>
            <a:r>
              <a:rPr lang="es-GT" dirty="0"/>
              <a:t>Los derechos morales hacen referencia al derecho personal que reconoce y resguarda el vínculo entre el autor y su obra, que reconoce la autoría de la obra, puesto que la obra es el producto y resultado de su autor, lo cual no se puede desconocer ya que existe un vínculo inequívoco e inalienable entre los dos. El autor no puede existir sin su obra ni la obra sin su autor.</a:t>
            </a:r>
          </a:p>
          <a:p>
            <a:endParaRPr lang="es-GT" dirty="0"/>
          </a:p>
        </p:txBody>
      </p:sp>
    </p:spTree>
    <p:extLst>
      <p:ext uri="{BB962C8B-B14F-4D97-AF65-F5344CB8AC3E}">
        <p14:creationId xmlns:p14="http://schemas.microsoft.com/office/powerpoint/2010/main" val="208910508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6 Rectángulo"/>
          <p:cNvSpPr/>
          <p:nvPr/>
        </p:nvSpPr>
        <p:spPr>
          <a:xfrm>
            <a:off x="1043608" y="1484784"/>
            <a:ext cx="7416824" cy="2585323"/>
          </a:xfrm>
          <a:prstGeom prst="rect">
            <a:avLst/>
          </a:prstGeom>
        </p:spPr>
        <p:txBody>
          <a:bodyPr wrap="square">
            <a:spAutoFit/>
          </a:bodyPr>
          <a:lstStyle/>
          <a:p>
            <a:pPr algn="just"/>
            <a:r>
              <a:rPr lang="es-GT" dirty="0"/>
              <a:t>Los derechos patrimoniales, también  llamados pecuniarios, hacen  referencia a  los derechos de explotación económica sobre sus obras y creaciones que tiene el autor.</a:t>
            </a:r>
          </a:p>
          <a:p>
            <a:pPr algn="just"/>
            <a:endParaRPr lang="es-GT" dirty="0"/>
          </a:p>
          <a:p>
            <a:pPr algn="just"/>
            <a:r>
              <a:rPr lang="es-GT" dirty="0"/>
              <a:t>El autor puede disponer según su voluntad de la explotación económica de cualquier obra de su autoría, por tanto, sin la autorización del titular del derecho no es posible de forma legal explotar económicamente una obra.</a:t>
            </a:r>
          </a:p>
          <a:p>
            <a:endParaRPr lang="es-GT" dirty="0"/>
          </a:p>
        </p:txBody>
      </p:sp>
    </p:spTree>
    <p:extLst>
      <p:ext uri="{BB962C8B-B14F-4D97-AF65-F5344CB8AC3E}">
        <p14:creationId xmlns:p14="http://schemas.microsoft.com/office/powerpoint/2010/main" val="6092555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6 Rectángulo"/>
          <p:cNvSpPr/>
          <p:nvPr/>
        </p:nvSpPr>
        <p:spPr>
          <a:xfrm>
            <a:off x="971600" y="1052736"/>
            <a:ext cx="7416824" cy="3016210"/>
          </a:xfrm>
          <a:prstGeom prst="rect">
            <a:avLst/>
          </a:prstGeom>
        </p:spPr>
        <p:txBody>
          <a:bodyPr wrap="square">
            <a:spAutoFit/>
          </a:bodyPr>
          <a:lstStyle/>
          <a:p>
            <a:pPr algn="ctr"/>
            <a:r>
              <a:rPr lang="es-GT" sz="2800" b="1" dirty="0"/>
              <a:t>Condiciones que se establecen:</a:t>
            </a:r>
          </a:p>
          <a:p>
            <a:endParaRPr lang="es-GT" dirty="0"/>
          </a:p>
          <a:p>
            <a:r>
              <a:rPr lang="es-GT" dirty="0"/>
              <a:t>El contrato de licencia de usuario final establece las condiciones siguientes:</a:t>
            </a:r>
          </a:p>
          <a:p>
            <a:r>
              <a:rPr lang="es-GT" dirty="0"/>
              <a:t> </a:t>
            </a:r>
          </a:p>
          <a:p>
            <a:r>
              <a:rPr lang="es-GT" dirty="0"/>
              <a:t>Protección  del  software  contra  la  copia  de  los  mismos,  sin  autorización  del creador.</a:t>
            </a:r>
          </a:p>
          <a:p>
            <a:r>
              <a:rPr lang="es-GT" dirty="0"/>
              <a:t>Una licencia de software que otorga al usuario el derecho legal para utilizar un producto de software específico.</a:t>
            </a:r>
          </a:p>
          <a:p>
            <a:endParaRPr lang="es-GT" dirty="0"/>
          </a:p>
        </p:txBody>
      </p:sp>
    </p:spTree>
    <p:extLst>
      <p:ext uri="{BB962C8B-B14F-4D97-AF65-F5344CB8AC3E}">
        <p14:creationId xmlns:p14="http://schemas.microsoft.com/office/powerpoint/2010/main" val="42582395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6 Rectángulo"/>
          <p:cNvSpPr/>
          <p:nvPr/>
        </p:nvSpPr>
        <p:spPr>
          <a:xfrm>
            <a:off x="971600" y="1052736"/>
            <a:ext cx="7416824" cy="3693319"/>
          </a:xfrm>
          <a:prstGeom prst="rect">
            <a:avLst/>
          </a:prstGeom>
        </p:spPr>
        <p:txBody>
          <a:bodyPr wrap="square">
            <a:spAutoFit/>
          </a:bodyPr>
          <a:lstStyle/>
          <a:p>
            <a:r>
              <a:rPr lang="es-GT" dirty="0"/>
              <a:t>Plazo de vigencia de la licencia de usuario final.</a:t>
            </a:r>
          </a:p>
          <a:p>
            <a:endParaRPr lang="es-GT" dirty="0"/>
          </a:p>
          <a:p>
            <a:r>
              <a:rPr lang="es-GT" dirty="0"/>
              <a:t>Clase de licencia que se otorga.</a:t>
            </a:r>
          </a:p>
          <a:p>
            <a:r>
              <a:rPr lang="es-GT" dirty="0"/>
              <a:t> </a:t>
            </a:r>
          </a:p>
          <a:p>
            <a:r>
              <a:rPr lang="es-GT" dirty="0"/>
              <a:t>Precio y forma de pago de la licencia.</a:t>
            </a:r>
          </a:p>
          <a:p>
            <a:r>
              <a:rPr lang="es-GT" dirty="0"/>
              <a:t> </a:t>
            </a:r>
          </a:p>
          <a:p>
            <a:r>
              <a:rPr lang="es-GT" dirty="0"/>
              <a:t>Limitaciones y prohibiciones de uso.</a:t>
            </a:r>
          </a:p>
          <a:p>
            <a:r>
              <a:rPr lang="es-GT" dirty="0"/>
              <a:t> </a:t>
            </a:r>
          </a:p>
          <a:p>
            <a:r>
              <a:rPr lang="es-GT" dirty="0"/>
              <a:t>Soporte técnico que acompaña el software.</a:t>
            </a:r>
          </a:p>
          <a:p>
            <a:r>
              <a:rPr lang="es-GT" dirty="0"/>
              <a:t> </a:t>
            </a:r>
          </a:p>
          <a:p>
            <a:r>
              <a:rPr lang="es-GT" dirty="0"/>
              <a:t>Jurisdicción en que se ventilará cualquier controversia que exista.</a:t>
            </a:r>
          </a:p>
          <a:p>
            <a:endParaRPr lang="es-GT" dirty="0"/>
          </a:p>
        </p:txBody>
      </p:sp>
    </p:spTree>
    <p:extLst>
      <p:ext uri="{BB962C8B-B14F-4D97-AF65-F5344CB8AC3E}">
        <p14:creationId xmlns:p14="http://schemas.microsoft.com/office/powerpoint/2010/main" val="12866608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6 Rectángulo"/>
          <p:cNvSpPr/>
          <p:nvPr/>
        </p:nvSpPr>
        <p:spPr>
          <a:xfrm>
            <a:off x="899592" y="476672"/>
            <a:ext cx="7416824" cy="5632311"/>
          </a:xfrm>
          <a:prstGeom prst="rect">
            <a:avLst/>
          </a:prstGeom>
        </p:spPr>
        <p:txBody>
          <a:bodyPr wrap="square">
            <a:spAutoFit/>
          </a:bodyPr>
          <a:lstStyle/>
          <a:p>
            <a:r>
              <a:rPr lang="es-GT" b="1" dirty="0"/>
              <a:t>El Contrato de Licencia de Usuario Final como contrato Informático.</a:t>
            </a:r>
          </a:p>
          <a:p>
            <a:r>
              <a:rPr lang="es-GT" dirty="0"/>
              <a:t> </a:t>
            </a:r>
          </a:p>
          <a:p>
            <a:pPr algn="just"/>
            <a:r>
              <a:rPr lang="es-GT" dirty="0"/>
              <a:t>Recordamos que el CLUF tiene como objeto primario establecer un acuerdo entre las partes que intervienen, a través del cual del cual se autoriza el uso de un programa de ordenador o acceso a una base de datos, a una persona individual o jurídica en las condiciones establecidas; por lo cual al tratarse de bienes o servicios de carácter electrónico se enmarca dentro  de  los denominados contratos informáticos. </a:t>
            </a:r>
          </a:p>
          <a:p>
            <a:pPr algn="just"/>
            <a:endParaRPr lang="es-GT" dirty="0"/>
          </a:p>
          <a:p>
            <a:pPr algn="just"/>
            <a:r>
              <a:rPr lang="es-GT" dirty="0"/>
              <a:t>Este tipo de contrato es una especie dentro del contrato informático. En este sentido el comercio electrónico no es sino una nueva modalidad para la formación del consentimiento, requisito esencial para la validez de los contratos.  Aquél contrato que se realiza mediante la utilización de algún elemento electrónico cuando éste tiene o puede tener una incidencia real y directa sobre la formación de la voluntad o el desarrollo de la interpretación futura.</a:t>
            </a:r>
          </a:p>
          <a:p>
            <a:endParaRPr lang="es-GT" dirty="0"/>
          </a:p>
        </p:txBody>
      </p:sp>
    </p:spTree>
    <p:extLst>
      <p:ext uri="{BB962C8B-B14F-4D97-AF65-F5344CB8AC3E}">
        <p14:creationId xmlns:p14="http://schemas.microsoft.com/office/powerpoint/2010/main" val="165986080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6 Rectángulo"/>
          <p:cNvSpPr/>
          <p:nvPr/>
        </p:nvSpPr>
        <p:spPr>
          <a:xfrm>
            <a:off x="899592" y="2780928"/>
            <a:ext cx="7416824" cy="723275"/>
          </a:xfrm>
          <a:prstGeom prst="rect">
            <a:avLst/>
          </a:prstGeom>
        </p:spPr>
        <p:txBody>
          <a:bodyPr wrap="square">
            <a:spAutoFit/>
          </a:bodyPr>
          <a:lstStyle/>
          <a:p>
            <a:pPr algn="ctr"/>
            <a:r>
              <a:rPr lang="es-GT" sz="4100" b="1" dirty="0"/>
              <a:t>MUCHAS GRACIAS.</a:t>
            </a:r>
            <a:endParaRPr lang="es-GT" dirty="0"/>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oncurrencia">
  <a:themeElements>
    <a:clrScheme name="Concurrencia">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Concurrencia">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font script="Geor" typeface="Sylfaen"/>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font script="Geor" typeface="Sylfaen"/>
      </a:minorFont>
    </a:fontScheme>
    <a:fmtScheme name="Concurrencia">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65000" b="980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Concourse</Template>
  <TotalTime>168</TotalTime>
  <Words>1377</Words>
  <Application>Microsoft Office PowerPoint</Application>
  <PresentationFormat>Presentación en pantalla (4:3)</PresentationFormat>
  <Paragraphs>92</Paragraphs>
  <Slides>20</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20</vt:i4>
      </vt:variant>
    </vt:vector>
  </HeadingPairs>
  <TitlesOfParts>
    <vt:vector size="25" baseType="lpstr">
      <vt:lpstr>Lucida Sans Unicode</vt:lpstr>
      <vt:lpstr>Verdana</vt:lpstr>
      <vt:lpstr>Wingdings 2</vt:lpstr>
      <vt:lpstr>Wingdings 3</vt:lpstr>
      <vt:lpstr>Concurrencia</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Hewlett-Packard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INTERRUPCIONES</dc:title>
  <dc:creator>ferrant</dc:creator>
  <cp:lastModifiedBy>José Eduardo Echeverria</cp:lastModifiedBy>
  <cp:revision>77</cp:revision>
  <dcterms:created xsi:type="dcterms:W3CDTF">2011-09-22T16:04:00Z</dcterms:created>
  <dcterms:modified xsi:type="dcterms:W3CDTF">2024-04-05T23:28:56Z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1033-11.2.0.9169</vt:lpwstr>
  </property>
</Properties>
</file>