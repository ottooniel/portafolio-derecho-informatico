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332" r:id="rId2"/>
    <p:sldId id="334" r:id="rId3"/>
    <p:sldId id="335" r:id="rId4"/>
    <p:sldId id="336" r:id="rId5"/>
    <p:sldId id="337" r:id="rId6"/>
    <p:sldId id="348" r:id="rId7"/>
    <p:sldId id="350" r:id="rId8"/>
    <p:sldId id="349" r:id="rId9"/>
    <p:sldId id="351" r:id="rId10"/>
    <p:sldId id="352" r:id="rId11"/>
    <p:sldId id="353" r:id="rId12"/>
    <p:sldId id="354" r:id="rId13"/>
    <p:sldId id="339" r:id="rId14"/>
    <p:sldId id="355" r:id="rId15"/>
    <p:sldId id="359" r:id="rId16"/>
    <p:sldId id="341" r:id="rId17"/>
    <p:sldId id="347" r:id="rId18"/>
  </p:sldIdLst>
  <p:sldSz cx="9144000" cy="6858000" type="screen4x3"/>
  <p:notesSz cx="6858000" cy="9144000"/>
  <p:defaultText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GT"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8C20AA-AE5F-4BC4-A33E-575F8AAFE1AB}" type="datetimeFigureOut">
              <a:rPr lang="es-GT" smtClean="0"/>
              <a:t>6/04/2024</a:t>
            </a:fld>
            <a:endParaRPr lang="es-GT" dirty="0"/>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GT"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GT"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672DA-E96E-40C2-A3F3-40CBB30B3B20}" type="slidenum">
              <a:rPr lang="es-GT" smtClean="0"/>
              <a:t>‹Nº›</a:t>
            </a:fld>
            <a:endParaRPr lang="es-GT" dirty="0"/>
          </a:p>
        </p:txBody>
      </p:sp>
    </p:spTree>
    <p:extLst>
      <p:ext uri="{BB962C8B-B14F-4D97-AF65-F5344CB8AC3E}">
        <p14:creationId xmlns:p14="http://schemas.microsoft.com/office/powerpoint/2010/main" val="1672408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0" name="9 Triángulo rectángulo"/>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8 Título"/>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es-ES"/>
              <a:t>Haga clic para modificar el estilo de título del patrón</a:t>
            </a:r>
            <a:endParaRPr kumimoji="0" lang="en-US"/>
          </a:p>
        </p:txBody>
      </p:sp>
      <p:sp>
        <p:nvSpPr>
          <p:cNvPr id="17" name="16 Subtítulo"/>
          <p:cNvSpPr>
            <a:spLocks noGrp="1"/>
          </p:cNvSpPr>
          <p:nvPr>
            <p:ph type="subTitle" idx="1" hasCustomPrompt="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a:t>Haga clic para modificar el estilo de subtítulo del patrón</a:t>
            </a:r>
            <a:endParaRPr kumimoji="0" lang="en-US"/>
          </a:p>
        </p:txBody>
      </p:sp>
      <p:grpSp>
        <p:nvGrpSpPr>
          <p:cNvPr id="2" name="1 Grupo"/>
          <p:cNvGrpSpPr/>
          <p:nvPr/>
        </p:nvGrpSpPr>
        <p:grpSpPr>
          <a:xfrm>
            <a:off x="-3765" y="4953000"/>
            <a:ext cx="9147765" cy="1912088"/>
            <a:chOff x="-3765" y="4832896"/>
            <a:chExt cx="9147765" cy="2032192"/>
          </a:xfrm>
        </p:grpSpPr>
        <p:sp>
          <p:nvSpPr>
            <p:cNvPr id="7" name="6 Forma libre"/>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8" name="7 Forma libre"/>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10 Forma libre"/>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2" name="11 Conector recto"/>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29 Marcador de fecha"/>
          <p:cNvSpPr>
            <a:spLocks noGrp="1"/>
          </p:cNvSpPr>
          <p:nvPr>
            <p:ph type="dt" sz="half" idx="10"/>
          </p:nvPr>
        </p:nvSpPr>
        <p:spPr/>
        <p:txBody>
          <a:bodyPr/>
          <a:lstStyle>
            <a:lvl1pPr>
              <a:defRPr>
                <a:solidFill>
                  <a:srgbClr val="FFFFFF"/>
                </a:solidFill>
              </a:defRPr>
            </a:lvl1pPr>
          </a:lstStyle>
          <a:p>
            <a:fld id="{DB10F4DA-7ABF-4333-9F09-CDDAEC5E31F4}" type="datetimeFigureOut">
              <a:rPr lang="es-GT" smtClean="0"/>
              <a:t>6/04/2024</a:t>
            </a:fld>
            <a:endParaRPr lang="es-GT" dirty="0"/>
          </a:p>
        </p:txBody>
      </p:sp>
      <p:sp>
        <p:nvSpPr>
          <p:cNvPr id="19" name="18 Marcador de pie de página"/>
          <p:cNvSpPr>
            <a:spLocks noGrp="1"/>
          </p:cNvSpPr>
          <p:nvPr>
            <p:ph type="ftr" sz="quarter" idx="11"/>
          </p:nvPr>
        </p:nvSpPr>
        <p:spPr/>
        <p:txBody>
          <a:bodyPr/>
          <a:lstStyle>
            <a:lvl1pPr>
              <a:defRPr>
                <a:solidFill>
                  <a:schemeClr val="accent1">
                    <a:tint val="20000"/>
                  </a:schemeClr>
                </a:solidFill>
              </a:defRPr>
            </a:lvl1pPr>
          </a:lstStyle>
          <a:p>
            <a:endParaRPr lang="es-GT" dirty="0"/>
          </a:p>
        </p:txBody>
      </p:sp>
      <p:sp>
        <p:nvSpPr>
          <p:cNvPr id="27" name="26 Marcador de número de diapositiva"/>
          <p:cNvSpPr>
            <a:spLocks noGrp="1"/>
          </p:cNvSpPr>
          <p:nvPr>
            <p:ph type="sldNum" sz="quarter" idx="12"/>
          </p:nvPr>
        </p:nvSpPr>
        <p:spPr/>
        <p:txBody>
          <a:bodyPr/>
          <a:lstStyle>
            <a:lvl1pPr>
              <a:defRPr>
                <a:solidFill>
                  <a:srgbClr val="FFFFFF"/>
                </a:solidFill>
              </a:defRPr>
            </a:lvl1pPr>
          </a:lstStyle>
          <a:p>
            <a:fld id="{766E8B9F-E061-43FD-AF5A-7FD9AD969838}" type="slidenum">
              <a:rPr lang="es-GT" smtClean="0"/>
              <a:t>‹Nº›</a:t>
            </a:fld>
            <a:endParaRPr lang="es-GT"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3" name="2 Marcador de contenido"/>
          <p:cNvSpPr>
            <a:spLocks noGrp="1"/>
          </p:cNvSpPr>
          <p:nvPr>
            <p:ph idx="1" hasCustomPrompt="1"/>
          </p:nvPr>
        </p:nvSpPr>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DB10F4DA-7ABF-4333-9F09-CDDAEC5E31F4}" type="datetimeFigureOut">
              <a:rPr lang="es-GT" smtClean="0"/>
              <a:t>6/04/2024</a:t>
            </a:fld>
            <a:endParaRPr lang="es-GT" dirty="0"/>
          </a:p>
        </p:txBody>
      </p:sp>
      <p:sp>
        <p:nvSpPr>
          <p:cNvPr id="5" name="4 Marcador de pie de página"/>
          <p:cNvSpPr>
            <a:spLocks noGrp="1"/>
          </p:cNvSpPr>
          <p:nvPr>
            <p:ph type="ftr" sz="quarter" idx="11"/>
          </p:nvPr>
        </p:nvSpPr>
        <p:spPr/>
        <p:txBody>
          <a:bodyPr/>
          <a:lstStyle/>
          <a:p>
            <a:endParaRPr lang="es-GT" dirty="0"/>
          </a:p>
        </p:txBody>
      </p:sp>
      <p:sp>
        <p:nvSpPr>
          <p:cNvPr id="6" name="5 Marcador de número de diapositiva"/>
          <p:cNvSpPr>
            <a:spLocks noGrp="1"/>
          </p:cNvSpPr>
          <p:nvPr>
            <p:ph type="sldNum" sz="quarter" idx="12"/>
          </p:nvPr>
        </p:nvSpPr>
        <p:spPr/>
        <p:txBody>
          <a:bodyPr/>
          <a:lstStyle/>
          <a:p>
            <a:fld id="{766E8B9F-E061-43FD-AF5A-7FD9AD969838}" type="slidenum">
              <a:rPr lang="es-GT" smtClean="0"/>
              <a:t>‹Nº›</a:t>
            </a:fld>
            <a:endParaRPr lang="es-GT" dirty="0"/>
          </a:p>
        </p:txBody>
      </p:sp>
      <p:sp>
        <p:nvSpPr>
          <p:cNvPr id="7" name="6 Título"/>
          <p:cNvSpPr>
            <a:spLocks noGrp="1"/>
          </p:cNvSpPr>
          <p:nvPr>
            <p:ph type="title"/>
          </p:nvPr>
        </p:nvSpPr>
        <p:spPr/>
        <p:txBody>
          <a:bodyPr rtlCol="0"/>
          <a:lstStyle/>
          <a:p>
            <a:r>
              <a:rPr kumimoji="0" lang="es-ES"/>
              <a:t>Haga clic para modificar el estilo de título del patrón</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es-ES"/>
              <a:t>Haga clic para modificar el estilo de título del patrón</a:t>
            </a:r>
            <a:endParaRPr kumimoji="0" lang="en-US"/>
          </a:p>
        </p:txBody>
      </p:sp>
      <p:sp>
        <p:nvSpPr>
          <p:cNvPr id="3" name="2 Marcador de texto"/>
          <p:cNvSpPr>
            <a:spLocks noGrp="1"/>
          </p:cNvSpPr>
          <p:nvPr>
            <p:ph type="body" idx="1" hasCustomPrompt="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a:t>Haga clic para modificar el estilo de texto del patrón</a:t>
            </a:r>
          </a:p>
        </p:txBody>
      </p:sp>
      <p:sp>
        <p:nvSpPr>
          <p:cNvPr id="4" name="3 Marcador de fecha"/>
          <p:cNvSpPr>
            <a:spLocks noGrp="1"/>
          </p:cNvSpPr>
          <p:nvPr>
            <p:ph type="dt" sz="half" idx="10"/>
          </p:nvPr>
        </p:nvSpPr>
        <p:spPr/>
        <p:txBody>
          <a:bodyPr/>
          <a:lstStyle/>
          <a:p>
            <a:fld id="{DB10F4DA-7ABF-4333-9F09-CDDAEC5E31F4}" type="datetimeFigureOut">
              <a:rPr lang="es-GT" smtClean="0"/>
              <a:t>6/04/2024</a:t>
            </a:fld>
            <a:endParaRPr lang="es-GT" dirty="0"/>
          </a:p>
        </p:txBody>
      </p:sp>
      <p:sp>
        <p:nvSpPr>
          <p:cNvPr id="5" name="4 Marcador de pie de página"/>
          <p:cNvSpPr>
            <a:spLocks noGrp="1"/>
          </p:cNvSpPr>
          <p:nvPr>
            <p:ph type="ftr" sz="quarter" idx="11"/>
          </p:nvPr>
        </p:nvSpPr>
        <p:spPr/>
        <p:txBody>
          <a:bodyPr/>
          <a:lstStyle/>
          <a:p>
            <a:endParaRPr lang="es-GT" dirty="0"/>
          </a:p>
        </p:txBody>
      </p:sp>
      <p:sp>
        <p:nvSpPr>
          <p:cNvPr id="6" name="5 Marcador de número de diapositiva"/>
          <p:cNvSpPr>
            <a:spLocks noGrp="1"/>
          </p:cNvSpPr>
          <p:nvPr>
            <p:ph type="sldNum" sz="quarter" idx="12"/>
          </p:nvPr>
        </p:nvSpPr>
        <p:spPr/>
        <p:txBody>
          <a:bodyPr/>
          <a:lstStyle/>
          <a:p>
            <a:fld id="{766E8B9F-E061-43FD-AF5A-7FD9AD969838}" type="slidenum">
              <a:rPr lang="es-GT" smtClean="0"/>
              <a:t>‹Nº›</a:t>
            </a:fld>
            <a:endParaRPr lang="es-GT" dirty="0"/>
          </a:p>
        </p:txBody>
      </p:sp>
      <p:sp>
        <p:nvSpPr>
          <p:cNvPr id="7" name="6 Cheurón"/>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8" name="7 Cheurón"/>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bg>
      <p:bgRef idx="1002">
        <a:schemeClr val="bg1"/>
      </p:bgRef>
    </p:bg>
    <p:spTree>
      <p:nvGrpSpPr>
        <p:cNvPr id="1" name=""/>
        <p:cNvGrpSpPr/>
        <p:nvPr/>
      </p:nvGrpSpPr>
      <p:grpSpPr>
        <a:xfrm>
          <a:off x="0" y="0"/>
          <a:ext cx="0" cy="0"/>
          <a:chOff x="0" y="0"/>
          <a:chExt cx="0" cy="0"/>
        </a:xfrm>
      </p:grpSpPr>
      <p:sp>
        <p:nvSpPr>
          <p:cNvPr id="3" name="2 Marcador de contenido"/>
          <p:cNvSpPr>
            <a:spLocks noGrp="1"/>
          </p:cNvSpPr>
          <p:nvPr>
            <p:ph sz="half" idx="1" hasCustomPrompt="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contenido"/>
          <p:cNvSpPr>
            <a:spLocks noGrp="1"/>
          </p:cNvSpPr>
          <p:nvPr>
            <p:ph sz="half" idx="2" hasCustomPrompt="1"/>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DB10F4DA-7ABF-4333-9F09-CDDAEC5E31F4}" type="datetimeFigureOut">
              <a:rPr lang="es-GT" smtClean="0"/>
              <a:t>6/04/2024</a:t>
            </a:fld>
            <a:endParaRPr lang="es-GT" dirty="0"/>
          </a:p>
        </p:txBody>
      </p:sp>
      <p:sp>
        <p:nvSpPr>
          <p:cNvPr id="6" name="5 Marcador de pie de página"/>
          <p:cNvSpPr>
            <a:spLocks noGrp="1"/>
          </p:cNvSpPr>
          <p:nvPr>
            <p:ph type="ftr" sz="quarter" idx="11"/>
          </p:nvPr>
        </p:nvSpPr>
        <p:spPr/>
        <p:txBody>
          <a:bodyPr/>
          <a:lstStyle/>
          <a:p>
            <a:endParaRPr lang="es-GT" dirty="0"/>
          </a:p>
        </p:txBody>
      </p:sp>
      <p:sp>
        <p:nvSpPr>
          <p:cNvPr id="7" name="6 Marcador de número de diapositiva"/>
          <p:cNvSpPr>
            <a:spLocks noGrp="1"/>
          </p:cNvSpPr>
          <p:nvPr>
            <p:ph type="sldNum" sz="quarter" idx="12"/>
          </p:nvPr>
        </p:nvSpPr>
        <p:spPr/>
        <p:txBody>
          <a:bodyPr/>
          <a:lstStyle/>
          <a:p>
            <a:fld id="{766E8B9F-E061-43FD-AF5A-7FD9AD969838}" type="slidenum">
              <a:rPr lang="es-GT" smtClean="0"/>
              <a:t>‹Nº›</a:t>
            </a:fld>
            <a:endParaRPr lang="es-GT" dirty="0"/>
          </a:p>
        </p:txBody>
      </p:sp>
      <p:sp>
        <p:nvSpPr>
          <p:cNvPr id="8" name="7 Título"/>
          <p:cNvSpPr>
            <a:spLocks noGrp="1"/>
          </p:cNvSpPr>
          <p:nvPr>
            <p:ph type="title"/>
          </p:nvPr>
        </p:nvSpPr>
        <p:spPr/>
        <p:txBody>
          <a:bodyPr rtlCol="0"/>
          <a:lstStyle/>
          <a:p>
            <a:r>
              <a:rPr kumimoji="0" lang="es-ES"/>
              <a:t>Haga clic para modificar el estilo de título del patrón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8229600" cy="1143000"/>
          </a:xfrm>
        </p:spPr>
        <p:txBody>
          <a:bodyPr anchor="ctr"/>
          <a:lstStyle>
            <a:lvl1pPr>
              <a:defRPr/>
            </a:lvl1pPr>
          </a:lstStyle>
          <a:p>
            <a:r>
              <a:rPr kumimoji="0" lang="es-ES"/>
              <a:t>Haga clic para modificar el estilo de título del patrón</a:t>
            </a:r>
            <a:endParaRPr kumimoji="0" lang="en-US"/>
          </a:p>
        </p:txBody>
      </p:sp>
      <p:sp>
        <p:nvSpPr>
          <p:cNvPr id="3" name="2 Marcador de texto"/>
          <p:cNvSpPr>
            <a:spLocks noGrp="1"/>
          </p:cNvSpPr>
          <p:nvPr>
            <p:ph type="body" idx="1" hasCustomPrompt="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4" name="3 Marcador de texto"/>
          <p:cNvSpPr>
            <a:spLocks noGrp="1"/>
          </p:cNvSpPr>
          <p:nvPr>
            <p:ph type="body" sz="half" idx="3" hasCustomPrompt="1"/>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5" name="4 Marcador de contenido"/>
          <p:cNvSpPr>
            <a:spLocks noGrp="1"/>
          </p:cNvSpPr>
          <p:nvPr>
            <p:ph sz="quarter" idx="2" hasCustomPrompt="1"/>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6" name="5 Marcador de contenido"/>
          <p:cNvSpPr>
            <a:spLocks noGrp="1"/>
          </p:cNvSpPr>
          <p:nvPr>
            <p:ph sz="quarter" idx="4" hasCustomPrompt="1"/>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7" name="6 Marcador de fecha"/>
          <p:cNvSpPr>
            <a:spLocks noGrp="1"/>
          </p:cNvSpPr>
          <p:nvPr>
            <p:ph type="dt" sz="half" idx="10"/>
          </p:nvPr>
        </p:nvSpPr>
        <p:spPr/>
        <p:txBody>
          <a:bodyPr/>
          <a:lstStyle/>
          <a:p>
            <a:fld id="{DB10F4DA-7ABF-4333-9F09-CDDAEC5E31F4}" type="datetimeFigureOut">
              <a:rPr lang="es-GT" smtClean="0"/>
              <a:t>6/04/2024</a:t>
            </a:fld>
            <a:endParaRPr lang="es-GT" dirty="0"/>
          </a:p>
        </p:txBody>
      </p:sp>
      <p:sp>
        <p:nvSpPr>
          <p:cNvPr id="8" name="7 Marcador de pie de página"/>
          <p:cNvSpPr>
            <a:spLocks noGrp="1"/>
          </p:cNvSpPr>
          <p:nvPr>
            <p:ph type="ftr" sz="quarter" idx="11"/>
          </p:nvPr>
        </p:nvSpPr>
        <p:spPr/>
        <p:txBody>
          <a:bodyPr/>
          <a:lstStyle/>
          <a:p>
            <a:endParaRPr lang="es-GT" dirty="0"/>
          </a:p>
        </p:txBody>
      </p:sp>
      <p:sp>
        <p:nvSpPr>
          <p:cNvPr id="9" name="8 Marcador de número de diapositiva"/>
          <p:cNvSpPr>
            <a:spLocks noGrp="1"/>
          </p:cNvSpPr>
          <p:nvPr>
            <p:ph type="sldNum" sz="quarter" idx="12"/>
          </p:nvPr>
        </p:nvSpPr>
        <p:spPr/>
        <p:txBody>
          <a:bodyPr/>
          <a:lstStyle/>
          <a:p>
            <a:fld id="{766E8B9F-E061-43FD-AF5A-7FD9AD969838}" type="slidenum">
              <a:rPr lang="es-GT" smtClean="0"/>
              <a:t>‹Nº›</a:t>
            </a:fld>
            <a:endParaRPr lang="es-GT"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bg>
      <p:bgRef idx="1002">
        <a:schemeClr val="bg1"/>
      </p:bgRef>
    </p:bg>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DB10F4DA-7ABF-4333-9F09-CDDAEC5E31F4}" type="datetimeFigureOut">
              <a:rPr lang="es-GT" smtClean="0"/>
              <a:t>6/04/2024</a:t>
            </a:fld>
            <a:endParaRPr lang="es-GT" dirty="0"/>
          </a:p>
        </p:txBody>
      </p:sp>
      <p:sp>
        <p:nvSpPr>
          <p:cNvPr id="4" name="3 Marcador de pie de página"/>
          <p:cNvSpPr>
            <a:spLocks noGrp="1"/>
          </p:cNvSpPr>
          <p:nvPr>
            <p:ph type="ftr" sz="quarter" idx="11"/>
          </p:nvPr>
        </p:nvSpPr>
        <p:spPr/>
        <p:txBody>
          <a:bodyPr/>
          <a:lstStyle/>
          <a:p>
            <a:endParaRPr lang="es-GT" dirty="0"/>
          </a:p>
        </p:txBody>
      </p:sp>
      <p:sp>
        <p:nvSpPr>
          <p:cNvPr id="5" name="4 Marcador de número de diapositiva"/>
          <p:cNvSpPr>
            <a:spLocks noGrp="1"/>
          </p:cNvSpPr>
          <p:nvPr>
            <p:ph type="sldNum" sz="quarter" idx="12"/>
          </p:nvPr>
        </p:nvSpPr>
        <p:spPr/>
        <p:txBody>
          <a:bodyPr/>
          <a:lstStyle/>
          <a:p>
            <a:fld id="{766E8B9F-E061-43FD-AF5A-7FD9AD969838}" type="slidenum">
              <a:rPr lang="es-GT" smtClean="0"/>
              <a:t>‹Nº›</a:t>
            </a:fld>
            <a:endParaRPr lang="es-GT" dirty="0"/>
          </a:p>
        </p:txBody>
      </p:sp>
      <p:sp>
        <p:nvSpPr>
          <p:cNvPr id="6" name="5 Título"/>
          <p:cNvSpPr>
            <a:spLocks noGrp="1"/>
          </p:cNvSpPr>
          <p:nvPr>
            <p:ph type="title"/>
          </p:nvPr>
        </p:nvSpPr>
        <p:spPr/>
        <p:txBody>
          <a:bodyPr rtlCol="0"/>
          <a:lstStyle/>
          <a:p>
            <a:r>
              <a:rPr kumimoji="0" lang="es-ES"/>
              <a:t>Haga clic para modificar el estilo de título del patrón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DB10F4DA-7ABF-4333-9F09-CDDAEC5E31F4}" type="datetimeFigureOut">
              <a:rPr lang="es-GT" smtClean="0"/>
              <a:t>6/04/2024</a:t>
            </a:fld>
            <a:endParaRPr lang="es-GT" dirty="0"/>
          </a:p>
        </p:txBody>
      </p:sp>
      <p:sp>
        <p:nvSpPr>
          <p:cNvPr id="3" name="2 Marcador de pie de página"/>
          <p:cNvSpPr>
            <a:spLocks noGrp="1"/>
          </p:cNvSpPr>
          <p:nvPr>
            <p:ph type="ftr" sz="quarter" idx="11"/>
          </p:nvPr>
        </p:nvSpPr>
        <p:spPr/>
        <p:txBody>
          <a:bodyPr/>
          <a:lstStyle/>
          <a:p>
            <a:endParaRPr lang="es-GT" dirty="0"/>
          </a:p>
        </p:txBody>
      </p:sp>
      <p:sp>
        <p:nvSpPr>
          <p:cNvPr id="4" name="3 Marcador de número de diapositiva"/>
          <p:cNvSpPr>
            <a:spLocks noGrp="1"/>
          </p:cNvSpPr>
          <p:nvPr>
            <p:ph type="sldNum" sz="quarter" idx="12"/>
          </p:nvPr>
        </p:nvSpPr>
        <p:spPr/>
        <p:txBody>
          <a:bodyPr/>
          <a:lstStyle/>
          <a:p>
            <a:fld id="{766E8B9F-E061-43FD-AF5A-7FD9AD969838}" type="slidenum">
              <a:rPr lang="es-GT" smtClean="0"/>
              <a:t>‹Nº›</a:t>
            </a:fld>
            <a:endParaRPr lang="es-GT"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es-ES"/>
              <a:t>Haga clic para modificar el estilo de título del patrón</a:t>
            </a:r>
            <a:endParaRPr kumimoji="0" lang="en-US"/>
          </a:p>
        </p:txBody>
      </p:sp>
      <p:sp>
        <p:nvSpPr>
          <p:cNvPr id="3" name="2 Marcador de texto"/>
          <p:cNvSpPr>
            <a:spLocks noGrp="1"/>
          </p:cNvSpPr>
          <p:nvPr>
            <p:ph type="body" idx="2" hasCustomPrompt="1"/>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es-ES"/>
              <a:t>Haga clic para modificar el estilo de texto del patrón</a:t>
            </a:r>
          </a:p>
        </p:txBody>
      </p:sp>
      <p:sp>
        <p:nvSpPr>
          <p:cNvPr id="4" name="3 Marcador de contenido"/>
          <p:cNvSpPr>
            <a:spLocks noGrp="1"/>
          </p:cNvSpPr>
          <p:nvPr>
            <p:ph sz="half" idx="1" hasCustomPrompt="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a:xfrm>
            <a:off x="6727032" y="6407944"/>
            <a:ext cx="1920240" cy="365760"/>
          </a:xfrm>
        </p:spPr>
        <p:txBody>
          <a:bodyPr/>
          <a:lstStyle/>
          <a:p>
            <a:fld id="{DB10F4DA-7ABF-4333-9F09-CDDAEC5E31F4}" type="datetimeFigureOut">
              <a:rPr lang="es-GT" smtClean="0"/>
              <a:t>6/04/2024</a:t>
            </a:fld>
            <a:endParaRPr lang="es-GT" dirty="0"/>
          </a:p>
        </p:txBody>
      </p:sp>
      <p:sp>
        <p:nvSpPr>
          <p:cNvPr id="6" name="5 Marcador de pie de página"/>
          <p:cNvSpPr>
            <a:spLocks noGrp="1"/>
          </p:cNvSpPr>
          <p:nvPr>
            <p:ph type="ftr" sz="quarter" idx="11"/>
          </p:nvPr>
        </p:nvSpPr>
        <p:spPr/>
        <p:txBody>
          <a:bodyPr/>
          <a:lstStyle/>
          <a:p>
            <a:endParaRPr lang="es-GT" dirty="0"/>
          </a:p>
        </p:txBody>
      </p:sp>
      <p:sp>
        <p:nvSpPr>
          <p:cNvPr id="7" name="6 Marcador de número de diapositiva"/>
          <p:cNvSpPr>
            <a:spLocks noGrp="1"/>
          </p:cNvSpPr>
          <p:nvPr>
            <p:ph type="sldNum" sz="quarter" idx="12"/>
          </p:nvPr>
        </p:nvSpPr>
        <p:spPr/>
        <p:txBody>
          <a:bodyPr/>
          <a:lstStyle/>
          <a:p>
            <a:fld id="{766E8B9F-E061-43FD-AF5A-7FD9AD969838}" type="slidenum">
              <a:rPr lang="es-GT" smtClean="0"/>
              <a:t>‹Nº›</a:t>
            </a:fld>
            <a:endParaRPr lang="es-GT"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1"/>
      </p:bgRef>
    </p:bg>
    <p:spTree>
      <p:nvGrpSpPr>
        <p:cNvPr id="1" name=""/>
        <p:cNvGrpSpPr/>
        <p:nvPr/>
      </p:nvGrpSpPr>
      <p:grpSpPr>
        <a:xfrm>
          <a:off x="0" y="0"/>
          <a:ext cx="0" cy="0"/>
          <a:chOff x="0" y="0"/>
          <a:chExt cx="0" cy="0"/>
        </a:xfrm>
      </p:grpSpPr>
      <p:sp>
        <p:nvSpPr>
          <p:cNvPr id="4" name="3 Marcador de texto"/>
          <p:cNvSpPr>
            <a:spLocks noGrp="1"/>
          </p:cNvSpPr>
          <p:nvPr>
            <p:ph type="body" sz="half" idx="2" hasCustomPrompt="1"/>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es-ES"/>
              <a:t>Haga clic para modificar el estilo de texto del patrón</a:t>
            </a:r>
          </a:p>
        </p:txBody>
      </p:sp>
      <p:sp>
        <p:nvSpPr>
          <p:cNvPr id="3" name="2 Marcador de posición de imagen"/>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es-ES" dirty="0"/>
              <a:t>Haga clic en el icono para agregar una imagen</a:t>
            </a:r>
            <a:endParaRPr kumimoji="0" lang="en-US" dirty="0"/>
          </a:p>
        </p:txBody>
      </p:sp>
      <p:sp>
        <p:nvSpPr>
          <p:cNvPr id="5" name="4 Marcador de fecha"/>
          <p:cNvSpPr>
            <a:spLocks noGrp="1"/>
          </p:cNvSpPr>
          <p:nvPr>
            <p:ph type="dt" sz="half" idx="10"/>
          </p:nvPr>
        </p:nvSpPr>
        <p:spPr/>
        <p:txBody>
          <a:bodyPr/>
          <a:lstStyle>
            <a:lvl1pPr>
              <a:defRPr>
                <a:solidFill>
                  <a:schemeClr val="tx1"/>
                </a:solidFill>
              </a:defRPr>
            </a:lvl1pPr>
          </a:lstStyle>
          <a:p>
            <a:fld id="{DB10F4DA-7ABF-4333-9F09-CDDAEC5E31F4}" type="datetimeFigureOut">
              <a:rPr lang="es-GT" smtClean="0"/>
              <a:t>6/04/2024</a:t>
            </a:fld>
            <a:endParaRPr lang="es-GT" dirty="0"/>
          </a:p>
        </p:txBody>
      </p:sp>
      <p:sp>
        <p:nvSpPr>
          <p:cNvPr id="6" name="5 Marcador de pie de página"/>
          <p:cNvSpPr>
            <a:spLocks noGrp="1"/>
          </p:cNvSpPr>
          <p:nvPr>
            <p:ph type="ftr" sz="quarter" idx="11"/>
          </p:nvPr>
        </p:nvSpPr>
        <p:spPr>
          <a:xfrm>
            <a:off x="4380072" y="6407944"/>
            <a:ext cx="2350681" cy="365125"/>
          </a:xfrm>
        </p:spPr>
        <p:txBody>
          <a:bodyPr/>
          <a:lstStyle>
            <a:lvl1pPr>
              <a:defRPr>
                <a:solidFill>
                  <a:schemeClr val="tx1"/>
                </a:solidFill>
              </a:defRPr>
            </a:lvl1pPr>
          </a:lstStyle>
          <a:p>
            <a:endParaRPr lang="es-GT" dirty="0"/>
          </a:p>
        </p:txBody>
      </p:sp>
      <p:sp>
        <p:nvSpPr>
          <p:cNvPr id="7" name="6 Marcador de número de diapositiva"/>
          <p:cNvSpPr>
            <a:spLocks noGrp="1"/>
          </p:cNvSpPr>
          <p:nvPr>
            <p:ph type="sldNum" sz="quarter" idx="12"/>
          </p:nvPr>
        </p:nvSpPr>
        <p:spPr/>
        <p:txBody>
          <a:bodyPr/>
          <a:lstStyle>
            <a:lvl1pPr>
              <a:defRPr>
                <a:solidFill>
                  <a:schemeClr val="tx1"/>
                </a:solidFill>
              </a:defRPr>
            </a:lvl1pPr>
          </a:lstStyle>
          <a:p>
            <a:fld id="{766E8B9F-E061-43FD-AF5A-7FD9AD969838}" type="slidenum">
              <a:rPr lang="es-GT" smtClean="0"/>
              <a:t>‹Nº›</a:t>
            </a:fld>
            <a:endParaRPr lang="es-GT" dirty="0"/>
          </a:p>
        </p:txBody>
      </p:sp>
      <p:sp>
        <p:nvSpPr>
          <p:cNvPr id="2" name="1 Título"/>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es-ES"/>
              <a:t>Haga clic para modificar el estilo de título del patrón</a:t>
            </a:r>
            <a:endParaRPr kumimoji="0" lang="en-US"/>
          </a:p>
        </p:txBody>
      </p:sp>
      <p:sp>
        <p:nvSpPr>
          <p:cNvPr id="8" name="7 Forma libre"/>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Forma libre"/>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9 Triángulo rectángulo"/>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1" name="10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11 Cheurón"/>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13" name="12 Cheurón"/>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hasCustomPrompt="1"/>
          </p:nvPr>
        </p:nvSpPr>
        <p:spPr>
          <a:xfrm>
            <a:off x="457200" y="1481329"/>
            <a:ext cx="8229600" cy="4386071"/>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DB10F4DA-7ABF-4333-9F09-CDDAEC5E31F4}" type="datetimeFigureOut">
              <a:rPr lang="es-GT" smtClean="0"/>
              <a:t>6/04/2024</a:t>
            </a:fld>
            <a:endParaRPr lang="es-GT" dirty="0"/>
          </a:p>
        </p:txBody>
      </p:sp>
      <p:sp>
        <p:nvSpPr>
          <p:cNvPr id="5" name="4 Marcador de pie de página"/>
          <p:cNvSpPr>
            <a:spLocks noGrp="1"/>
          </p:cNvSpPr>
          <p:nvPr>
            <p:ph type="ftr" sz="quarter" idx="11"/>
          </p:nvPr>
        </p:nvSpPr>
        <p:spPr/>
        <p:txBody>
          <a:bodyPr/>
          <a:lstStyle/>
          <a:p>
            <a:endParaRPr lang="es-GT" dirty="0"/>
          </a:p>
        </p:txBody>
      </p:sp>
      <p:sp>
        <p:nvSpPr>
          <p:cNvPr id="6" name="5 Marcador de número de diapositiva"/>
          <p:cNvSpPr>
            <a:spLocks noGrp="1"/>
          </p:cNvSpPr>
          <p:nvPr>
            <p:ph type="sldNum" sz="quarter" idx="12"/>
          </p:nvPr>
        </p:nvSpPr>
        <p:spPr/>
        <p:txBody>
          <a:bodyPr/>
          <a:lstStyle/>
          <a:p>
            <a:fld id="{766E8B9F-E061-43FD-AF5A-7FD9AD969838}" type="slidenum">
              <a:rPr lang="es-GT" smtClean="0"/>
              <a:t>‹Nº›</a:t>
            </a:fld>
            <a:endParaRPr lang="es-GT"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844013" y="274640"/>
            <a:ext cx="1777470" cy="5592761"/>
          </a:xfrm>
        </p:spPr>
        <p:txBody>
          <a:bodyPr vert="eaVert"/>
          <a:lstStyle/>
          <a:p>
            <a:r>
              <a:rPr kumimoji="0" lang="es-ES"/>
              <a:t>Haga clic para modificar el estilo de título del patrón</a:t>
            </a:r>
            <a:endParaRPr kumimoji="0" lang="en-US"/>
          </a:p>
        </p:txBody>
      </p:sp>
      <p:sp>
        <p:nvSpPr>
          <p:cNvPr id="3" name="2 Marcador de texto vertical"/>
          <p:cNvSpPr>
            <a:spLocks noGrp="1"/>
          </p:cNvSpPr>
          <p:nvPr>
            <p:ph type="body" orient="vert" idx="1" hasCustomPrompt="1"/>
          </p:nvPr>
        </p:nvSpPr>
        <p:spPr>
          <a:xfrm>
            <a:off x="457200" y="274641"/>
            <a:ext cx="6324600" cy="5592760"/>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DB10F4DA-7ABF-4333-9F09-CDDAEC5E31F4}" type="datetimeFigureOut">
              <a:rPr lang="es-GT" smtClean="0"/>
              <a:t>6/04/2024</a:t>
            </a:fld>
            <a:endParaRPr lang="es-GT" dirty="0"/>
          </a:p>
        </p:txBody>
      </p:sp>
      <p:sp>
        <p:nvSpPr>
          <p:cNvPr id="5" name="4 Marcador de pie de página"/>
          <p:cNvSpPr>
            <a:spLocks noGrp="1"/>
          </p:cNvSpPr>
          <p:nvPr>
            <p:ph type="ftr" sz="quarter" idx="11"/>
          </p:nvPr>
        </p:nvSpPr>
        <p:spPr/>
        <p:txBody>
          <a:bodyPr/>
          <a:lstStyle/>
          <a:p>
            <a:endParaRPr lang="es-GT" dirty="0"/>
          </a:p>
        </p:txBody>
      </p:sp>
      <p:sp>
        <p:nvSpPr>
          <p:cNvPr id="6" name="5 Marcador de número de diapositiva"/>
          <p:cNvSpPr>
            <a:spLocks noGrp="1"/>
          </p:cNvSpPr>
          <p:nvPr>
            <p:ph type="sldNum" sz="quarter" idx="12"/>
          </p:nvPr>
        </p:nvSpPr>
        <p:spPr/>
        <p:txBody>
          <a:bodyPr/>
          <a:lstStyle/>
          <a:p>
            <a:fld id="{766E8B9F-E061-43FD-AF5A-7FD9AD969838}" type="slidenum">
              <a:rPr lang="es-GT" smtClean="0"/>
              <a:t>‹Nº›</a:t>
            </a:fld>
            <a:endParaRPr lang="es-GT"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cSld name="Título, objetos y texto">
    <p:spTree>
      <p:nvGrpSpPr>
        <p:cNvPr id="1" name=""/>
        <p:cNvGrpSpPr/>
        <p:nvPr/>
      </p:nvGrpSpPr>
      <p:grpSpPr>
        <a:xfrm>
          <a:off x="0" y="0"/>
          <a:ext cx="0" cy="0"/>
          <a:chOff x="0" y="0"/>
          <a:chExt cx="0" cy="0"/>
        </a:xfrm>
      </p:grpSpPr>
      <p:sp>
        <p:nvSpPr>
          <p:cNvPr id="2" name="Título 1"/>
          <p:cNvSpPr>
            <a:spLocks noGrp="1"/>
          </p:cNvSpPr>
          <p:nvPr>
            <p:ph type="title"/>
          </p:nvPr>
        </p:nvSpPr>
        <p:spPr>
          <a:xfrm>
            <a:off x="685800" y="609600"/>
            <a:ext cx="7772400" cy="1143000"/>
          </a:xfrm>
        </p:spPr>
        <p:txBody>
          <a:bodyPr/>
          <a:lstStyle/>
          <a:p>
            <a:r>
              <a:rPr lang="es-ES"/>
              <a:t>Haga clic para modificar el estilo de título del patrón</a:t>
            </a:r>
            <a:endParaRPr lang="es-GT"/>
          </a:p>
        </p:txBody>
      </p:sp>
      <p:sp>
        <p:nvSpPr>
          <p:cNvPr id="3" name="Marcador de contenido 2"/>
          <p:cNvSpPr>
            <a:spLocks noGrp="1"/>
          </p:cNvSpPr>
          <p:nvPr>
            <p:ph sz="half" idx="1"/>
          </p:nvPr>
        </p:nvSpPr>
        <p:spPr>
          <a:xfrm>
            <a:off x="685800" y="1981200"/>
            <a:ext cx="3810000" cy="4114800"/>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texto 3"/>
          <p:cNvSpPr>
            <a:spLocks noGrp="1"/>
          </p:cNvSpPr>
          <p:nvPr>
            <p:ph type="body" sz="half" idx="2"/>
          </p:nvPr>
        </p:nvSpPr>
        <p:spPr>
          <a:xfrm>
            <a:off x="4648200" y="1981200"/>
            <a:ext cx="3810000" cy="4114800"/>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5" name="Marcador de fecha 4"/>
          <p:cNvSpPr>
            <a:spLocks noGrp="1"/>
          </p:cNvSpPr>
          <p:nvPr>
            <p:ph type="dt" sz="half" idx="10"/>
          </p:nvPr>
        </p:nvSpPr>
        <p:spPr>
          <a:xfrm>
            <a:off x="685800" y="6172200"/>
            <a:ext cx="1905000" cy="457200"/>
          </a:xfrm>
        </p:spPr>
        <p:txBody>
          <a:bodyPr/>
          <a:lstStyle>
            <a:lvl1pPr>
              <a:defRPr/>
            </a:lvl1pPr>
          </a:lstStyle>
          <a:p>
            <a:endParaRPr lang="es-ES" altLang="es-GT"/>
          </a:p>
        </p:txBody>
      </p:sp>
      <p:sp>
        <p:nvSpPr>
          <p:cNvPr id="6" name="Marcador de pie de página 5"/>
          <p:cNvSpPr>
            <a:spLocks noGrp="1"/>
          </p:cNvSpPr>
          <p:nvPr>
            <p:ph type="ftr" sz="quarter" idx="11"/>
          </p:nvPr>
        </p:nvSpPr>
        <p:spPr>
          <a:xfrm>
            <a:off x="3124200" y="6172200"/>
            <a:ext cx="2895600" cy="457200"/>
          </a:xfrm>
        </p:spPr>
        <p:txBody>
          <a:bodyPr/>
          <a:lstStyle>
            <a:lvl1pPr>
              <a:defRPr/>
            </a:lvl1pPr>
          </a:lstStyle>
          <a:p>
            <a:endParaRPr lang="es-ES" altLang="es-GT"/>
          </a:p>
        </p:txBody>
      </p:sp>
      <p:sp>
        <p:nvSpPr>
          <p:cNvPr id="7" name="Marcador de número de diapositiva 6"/>
          <p:cNvSpPr>
            <a:spLocks noGrp="1"/>
          </p:cNvSpPr>
          <p:nvPr>
            <p:ph type="sldNum" sz="quarter" idx="12"/>
          </p:nvPr>
        </p:nvSpPr>
        <p:spPr>
          <a:xfrm>
            <a:off x="6553200" y="6172200"/>
            <a:ext cx="1905000" cy="457200"/>
          </a:xfrm>
        </p:spPr>
        <p:txBody>
          <a:bodyPr/>
          <a:lstStyle>
            <a:lvl1pPr>
              <a:defRPr/>
            </a:lvl1pPr>
          </a:lstStyle>
          <a:p>
            <a:fld id="{358FEBE1-2DA1-4E01-8682-88735D6BFF6F}" type="slidenum">
              <a:rPr lang="es-ES" altLang="es-GT"/>
              <a:pPr/>
              <a:t>‹Nº›</a:t>
            </a:fld>
            <a:endParaRPr lang="es-ES" altLang="es-GT"/>
          </a:p>
        </p:txBody>
      </p:sp>
    </p:spTree>
    <p:extLst>
      <p:ext uri="{BB962C8B-B14F-4D97-AF65-F5344CB8AC3E}">
        <p14:creationId xmlns:p14="http://schemas.microsoft.com/office/powerpoint/2010/main" val="32656204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685800" y="609600"/>
            <a:ext cx="7772400" cy="1143000"/>
          </a:xfrm>
        </p:spPr>
        <p:txBody>
          <a:bodyPr/>
          <a:lstStyle/>
          <a:p>
            <a:r>
              <a:rPr lang="es-ES"/>
              <a:t>Haga clic para modificar el estilo de título del patrón</a:t>
            </a:r>
            <a:endParaRPr lang="es-GT"/>
          </a:p>
        </p:txBody>
      </p:sp>
      <p:sp>
        <p:nvSpPr>
          <p:cNvPr id="3" name="Marcador de texto 2"/>
          <p:cNvSpPr>
            <a:spLocks noGrp="1"/>
          </p:cNvSpPr>
          <p:nvPr>
            <p:ph type="body" sz="half" idx="1"/>
          </p:nvPr>
        </p:nvSpPr>
        <p:spPr>
          <a:xfrm>
            <a:off x="685800" y="1981200"/>
            <a:ext cx="3810000" cy="4114800"/>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4" name="Marcador de contenido 3"/>
          <p:cNvSpPr>
            <a:spLocks noGrp="1"/>
          </p:cNvSpPr>
          <p:nvPr>
            <p:ph sz="half" idx="2"/>
          </p:nvPr>
        </p:nvSpPr>
        <p:spPr>
          <a:xfrm>
            <a:off x="4648200" y="1981200"/>
            <a:ext cx="3810000" cy="4114800"/>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GT"/>
          </a:p>
        </p:txBody>
      </p:sp>
      <p:sp>
        <p:nvSpPr>
          <p:cNvPr id="5" name="Marcador de fecha 4"/>
          <p:cNvSpPr>
            <a:spLocks noGrp="1"/>
          </p:cNvSpPr>
          <p:nvPr>
            <p:ph type="dt" sz="half" idx="10"/>
          </p:nvPr>
        </p:nvSpPr>
        <p:spPr>
          <a:xfrm>
            <a:off x="685800" y="6172200"/>
            <a:ext cx="1905000" cy="457200"/>
          </a:xfrm>
        </p:spPr>
        <p:txBody>
          <a:bodyPr/>
          <a:lstStyle>
            <a:lvl1pPr>
              <a:defRPr/>
            </a:lvl1pPr>
          </a:lstStyle>
          <a:p>
            <a:endParaRPr lang="es-ES" altLang="es-GT"/>
          </a:p>
        </p:txBody>
      </p:sp>
      <p:sp>
        <p:nvSpPr>
          <p:cNvPr id="6" name="Marcador de pie de página 5"/>
          <p:cNvSpPr>
            <a:spLocks noGrp="1"/>
          </p:cNvSpPr>
          <p:nvPr>
            <p:ph type="ftr" sz="quarter" idx="11"/>
          </p:nvPr>
        </p:nvSpPr>
        <p:spPr>
          <a:xfrm>
            <a:off x="3124200" y="6172200"/>
            <a:ext cx="2895600" cy="457200"/>
          </a:xfrm>
        </p:spPr>
        <p:txBody>
          <a:bodyPr/>
          <a:lstStyle>
            <a:lvl1pPr>
              <a:defRPr/>
            </a:lvl1pPr>
          </a:lstStyle>
          <a:p>
            <a:endParaRPr lang="es-ES" altLang="es-GT"/>
          </a:p>
        </p:txBody>
      </p:sp>
      <p:sp>
        <p:nvSpPr>
          <p:cNvPr id="7" name="Marcador de número de diapositiva 6"/>
          <p:cNvSpPr>
            <a:spLocks noGrp="1"/>
          </p:cNvSpPr>
          <p:nvPr>
            <p:ph type="sldNum" sz="quarter" idx="12"/>
          </p:nvPr>
        </p:nvSpPr>
        <p:spPr>
          <a:xfrm>
            <a:off x="6553200" y="6172200"/>
            <a:ext cx="1905000" cy="457200"/>
          </a:xfrm>
        </p:spPr>
        <p:txBody>
          <a:bodyPr/>
          <a:lstStyle>
            <a:lvl1pPr>
              <a:defRPr/>
            </a:lvl1pPr>
          </a:lstStyle>
          <a:p>
            <a:fld id="{31622314-3B42-4F15-B31C-B225C96B7A47}" type="slidenum">
              <a:rPr lang="es-ES" altLang="es-GT"/>
              <a:pPr/>
              <a:t>‹Nº›</a:t>
            </a:fld>
            <a:endParaRPr lang="es-ES" altLang="es-GT"/>
          </a:p>
        </p:txBody>
      </p:sp>
    </p:spTree>
    <p:extLst>
      <p:ext uri="{BB962C8B-B14F-4D97-AF65-F5344CB8AC3E}">
        <p14:creationId xmlns:p14="http://schemas.microsoft.com/office/powerpoint/2010/main" val="871065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12 Forma libre"/>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11 Forma libre"/>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13 Triángulo rectángulo"/>
          <p:cNvSpPr/>
          <p:nvPr/>
        </p:nvSpPr>
        <p:spPr bwMode="auto">
          <a:xfrm>
            <a:off x="-6042" y="5791253"/>
            <a:ext cx="3402314" cy="1080868"/>
          </a:xfrm>
          <a:prstGeom prst="rtTriangle">
            <a:avLst/>
          </a:prstGeom>
          <a:blipFill>
            <a:blip r:embed="rId15">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5" name="14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8 Marcador de título"/>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s-ES"/>
              <a:t>Haga clic para modificar el estilo de título del patrón</a:t>
            </a:r>
            <a:endParaRPr kumimoji="0" lang="en-US"/>
          </a:p>
        </p:txBody>
      </p:sp>
      <p:sp>
        <p:nvSpPr>
          <p:cNvPr id="30" name="29 Marcador de texto"/>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10" name="9 Marcador de fecha"/>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fld id="{DB10F4DA-7ABF-4333-9F09-CDDAEC5E31F4}" type="datetimeFigureOut">
              <a:rPr lang="es-GT" smtClean="0"/>
              <a:t>6/04/2024</a:t>
            </a:fld>
            <a:endParaRPr lang="es-GT" dirty="0"/>
          </a:p>
        </p:txBody>
      </p:sp>
      <p:sp>
        <p:nvSpPr>
          <p:cNvPr id="22" name="21 Marcador de pie de página"/>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endParaRPr lang="es-GT" dirty="0"/>
          </a:p>
        </p:txBody>
      </p:sp>
      <p:sp>
        <p:nvSpPr>
          <p:cNvPr id="18" name="17 Marcador de número de diapositiva"/>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fld id="{766E8B9F-E061-43FD-AF5A-7FD9AD969838}" type="slidenum">
              <a:rPr lang="es-GT" smtClean="0"/>
              <a:t>‹Nº›</a:t>
            </a:fld>
            <a:endParaRPr lang="es-GT"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Rot="1" noChangeArrowheads="1"/>
          </p:cNvSpPr>
          <p:nvPr>
            <p:ph type="title"/>
          </p:nvPr>
        </p:nvSpPr>
        <p:spPr>
          <a:xfrm>
            <a:off x="2267744" y="322250"/>
            <a:ext cx="5122912" cy="1143000"/>
          </a:xfrm>
        </p:spPr>
        <p:txBody>
          <a:bodyPr/>
          <a:lstStyle/>
          <a:p>
            <a:r>
              <a:rPr lang="es-ES" altLang="es-GT" dirty="0"/>
              <a:t>Firma Electrónica.</a:t>
            </a:r>
          </a:p>
        </p:txBody>
      </p:sp>
      <p:sp>
        <p:nvSpPr>
          <p:cNvPr id="5123" name="Rectangle 3"/>
          <p:cNvSpPr>
            <a:spLocks noGrp="1" noRot="1" noChangeArrowheads="1"/>
          </p:cNvSpPr>
          <p:nvPr>
            <p:ph type="body" idx="1"/>
          </p:nvPr>
        </p:nvSpPr>
        <p:spPr/>
        <p:txBody>
          <a:bodyPr/>
          <a:lstStyle/>
          <a:p>
            <a:pPr algn="just">
              <a:lnSpc>
                <a:spcPct val="90000"/>
              </a:lnSpc>
            </a:pPr>
            <a:r>
              <a:rPr lang="es-ES" altLang="es-GT" sz="2800" dirty="0"/>
              <a:t>Conjunto de datos electrónicos que identifican a una persona en concreto.</a:t>
            </a:r>
          </a:p>
          <a:p>
            <a:pPr algn="just">
              <a:lnSpc>
                <a:spcPct val="90000"/>
              </a:lnSpc>
            </a:pPr>
            <a:r>
              <a:rPr lang="es-ES" altLang="es-GT" sz="2800" dirty="0"/>
              <a:t>Método criptográfico que asegura la integridad así como la identidad del remitente (aplicado a remisión de documentos). </a:t>
            </a:r>
          </a:p>
          <a:p>
            <a:pPr algn="just">
              <a:lnSpc>
                <a:spcPct val="90000"/>
              </a:lnSpc>
            </a:pPr>
            <a:r>
              <a:rPr lang="es-ES" altLang="es-GT" sz="2800" dirty="0"/>
              <a:t>Conjunto de datos en forma electrónica, consignados junto a otros o asociados con ellos, que pueden ser utilizados como medio de identificación del firmante (Ley 47/2008,  de firma electrónica). </a:t>
            </a:r>
          </a:p>
          <a:p>
            <a:pPr algn="just">
              <a:lnSpc>
                <a:spcPct val="90000"/>
              </a:lnSpc>
            </a:pPr>
            <a:endParaRPr lang="es-ES" altLang="es-GT" sz="2800" dirty="0"/>
          </a:p>
        </p:txBody>
      </p:sp>
    </p:spTree>
    <p:extLst>
      <p:ext uri="{BB962C8B-B14F-4D97-AF65-F5344CB8AC3E}">
        <p14:creationId xmlns:p14="http://schemas.microsoft.com/office/powerpoint/2010/main" val="1059795920"/>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924200" y="476672"/>
            <a:ext cx="3600400" cy="608013"/>
          </a:xfrm>
          <a:ln/>
        </p:spPr>
        <p:txBody>
          <a:bodyPr>
            <a:normAutofit fontScale="90000"/>
          </a:bodyPr>
          <a:lstStyle/>
          <a:p>
            <a:r>
              <a:rPr lang="es-ES" altLang="es-GT" b="1" dirty="0">
                <a:solidFill>
                  <a:schemeClr val="tx1"/>
                </a:solidFill>
              </a:rPr>
              <a:t>Introducción</a:t>
            </a:r>
          </a:p>
        </p:txBody>
      </p:sp>
      <p:sp>
        <p:nvSpPr>
          <p:cNvPr id="8196" name="Rectangle 4"/>
          <p:cNvSpPr>
            <a:spLocks noGrp="1" noChangeArrowheads="1"/>
          </p:cNvSpPr>
          <p:nvPr>
            <p:ph type="body" sz="half" idx="2"/>
          </p:nvPr>
        </p:nvSpPr>
        <p:spPr>
          <a:xfrm>
            <a:off x="838200" y="1371600"/>
            <a:ext cx="7772400" cy="3962400"/>
          </a:xfrm>
        </p:spPr>
        <p:txBody>
          <a:bodyPr/>
          <a:lstStyle/>
          <a:p>
            <a:pPr algn="just">
              <a:lnSpc>
                <a:spcPct val="90000"/>
              </a:lnSpc>
              <a:buFontTx/>
              <a:buNone/>
            </a:pPr>
            <a:r>
              <a:rPr lang="es-ES" altLang="es-GT" sz="2400" dirty="0">
                <a:latin typeface="Verdana" panose="020B0604030504040204" pitchFamily="34" charset="0"/>
                <a:cs typeface="Times New Roman" panose="02020603050405020304" pitchFamily="18" charset="0"/>
              </a:rPr>
              <a:t>       </a:t>
            </a:r>
            <a:r>
              <a:rPr lang="es-ES" altLang="es-GT" dirty="0">
                <a:solidFill>
                  <a:schemeClr val="tx2"/>
                </a:solidFill>
                <a:cs typeface="Times New Roman" panose="02020603050405020304" pitchFamily="18" charset="0"/>
              </a:rPr>
              <a:t>La firma electr</a:t>
            </a:r>
            <a:r>
              <a:rPr lang="es-ES" altLang="es-GT" dirty="0">
                <a:solidFill>
                  <a:schemeClr val="tx2"/>
                </a:solidFill>
                <a:latin typeface="Times New Roman" panose="02020603050405020304" pitchFamily="18" charset="0"/>
                <a:cs typeface="Times New Roman" panose="02020603050405020304" pitchFamily="18" charset="0"/>
              </a:rPr>
              <a:t>ó</a:t>
            </a:r>
            <a:r>
              <a:rPr lang="es-ES" altLang="es-GT" dirty="0">
                <a:solidFill>
                  <a:schemeClr val="tx2"/>
                </a:solidFill>
                <a:cs typeface="Times New Roman" panose="02020603050405020304" pitchFamily="18" charset="0"/>
              </a:rPr>
              <a:t>nica es un conjunto de datos en forma electrónica, unidos a otros o asociados con ellos y que se utilizan para identificar al firmante, lo que permite comprobar la procedencia, autenticidad e integridad de los mensajes intercambiados a trav</a:t>
            </a:r>
            <a:r>
              <a:rPr lang="es-ES" altLang="es-GT" dirty="0">
                <a:solidFill>
                  <a:schemeClr val="tx2"/>
                </a:solidFill>
                <a:latin typeface="Times New Roman" panose="02020603050405020304" pitchFamily="18" charset="0"/>
                <a:cs typeface="Times New Roman" panose="02020603050405020304" pitchFamily="18" charset="0"/>
              </a:rPr>
              <a:t>é</a:t>
            </a:r>
            <a:r>
              <a:rPr lang="es-ES" altLang="es-GT" dirty="0">
                <a:solidFill>
                  <a:schemeClr val="tx2"/>
                </a:solidFill>
                <a:cs typeface="Times New Roman" panose="02020603050405020304" pitchFamily="18" charset="0"/>
              </a:rPr>
              <a:t>s de Internet. </a:t>
            </a:r>
          </a:p>
          <a:p>
            <a:pPr>
              <a:lnSpc>
                <a:spcPct val="90000"/>
              </a:lnSpc>
              <a:buFontTx/>
              <a:buNone/>
            </a:pPr>
            <a:r>
              <a:rPr lang="es-ES" altLang="es-GT" dirty="0">
                <a:solidFill>
                  <a:schemeClr val="tx2"/>
                </a:solidFill>
              </a:rPr>
              <a:t>   Existen dos tipos de firma electrónica:</a:t>
            </a:r>
          </a:p>
          <a:p>
            <a:pPr>
              <a:lnSpc>
                <a:spcPct val="90000"/>
              </a:lnSpc>
              <a:buFontTx/>
              <a:buNone/>
            </a:pPr>
            <a:r>
              <a:rPr lang="es-ES" altLang="es-GT" dirty="0">
                <a:solidFill>
                  <a:schemeClr val="tx2"/>
                </a:solidFill>
              </a:rPr>
              <a:t>              - Básica</a:t>
            </a:r>
          </a:p>
          <a:p>
            <a:pPr>
              <a:lnSpc>
                <a:spcPct val="90000"/>
              </a:lnSpc>
              <a:buFontTx/>
              <a:buNone/>
            </a:pPr>
            <a:r>
              <a:rPr lang="es-ES" altLang="es-GT" dirty="0">
                <a:solidFill>
                  <a:schemeClr val="tx2"/>
                </a:solidFill>
              </a:rPr>
              <a:t>              -Avanzada (Firma Digital)</a:t>
            </a:r>
          </a:p>
        </p:txBody>
      </p:sp>
    </p:spTree>
    <p:extLst>
      <p:ext uri="{BB962C8B-B14F-4D97-AF65-F5344CB8AC3E}">
        <p14:creationId xmlns:p14="http://schemas.microsoft.com/office/powerpoint/2010/main" val="1436123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a:xfrm>
            <a:off x="1691680" y="764704"/>
            <a:ext cx="6190456" cy="608013"/>
          </a:xfrm>
        </p:spPr>
        <p:txBody>
          <a:bodyPr>
            <a:normAutofit fontScale="90000"/>
          </a:bodyPr>
          <a:lstStyle/>
          <a:p>
            <a:r>
              <a:rPr lang="es-ES" altLang="es-GT" b="1" dirty="0">
                <a:solidFill>
                  <a:schemeClr val="tx1"/>
                </a:solidFill>
              </a:rPr>
              <a:t>¿Qué es la Firma Digital?</a:t>
            </a:r>
          </a:p>
        </p:txBody>
      </p:sp>
      <p:sp>
        <p:nvSpPr>
          <p:cNvPr id="1028" name="Rectangle 4"/>
          <p:cNvSpPr>
            <a:spLocks noGrp="1" noChangeArrowheads="1"/>
          </p:cNvSpPr>
          <p:nvPr>
            <p:ph type="body" sz="half" idx="2"/>
          </p:nvPr>
        </p:nvSpPr>
        <p:spPr>
          <a:xfrm>
            <a:off x="683568" y="1401498"/>
            <a:ext cx="7776864" cy="4896544"/>
          </a:xfrm>
        </p:spPr>
        <p:txBody>
          <a:bodyPr>
            <a:normAutofit/>
          </a:bodyPr>
          <a:lstStyle/>
          <a:p>
            <a:pPr algn="just">
              <a:buFontTx/>
              <a:buNone/>
            </a:pPr>
            <a:r>
              <a:rPr lang="es-ES" altLang="es-GT" sz="2400" dirty="0">
                <a:cs typeface="Times New Roman" panose="02020603050405020304" pitchFamily="18" charset="0"/>
              </a:rPr>
              <a:t>   </a:t>
            </a:r>
            <a:r>
              <a:rPr lang="es-ES" altLang="es-GT" sz="2800" dirty="0">
                <a:solidFill>
                  <a:schemeClr val="tx2"/>
                </a:solidFill>
                <a:cs typeface="Times New Roman" panose="02020603050405020304" pitchFamily="18" charset="0"/>
              </a:rPr>
              <a:t>La </a:t>
            </a:r>
            <a:r>
              <a:rPr lang="es-ES" altLang="es-GT" sz="2800" b="1" dirty="0">
                <a:solidFill>
                  <a:schemeClr val="tx2"/>
                </a:solidFill>
                <a:cs typeface="Times New Roman" panose="02020603050405020304" pitchFamily="18" charset="0"/>
              </a:rPr>
              <a:t>firma digital</a:t>
            </a:r>
            <a:r>
              <a:rPr lang="es-ES" altLang="es-GT" sz="2800" dirty="0">
                <a:solidFill>
                  <a:schemeClr val="tx2"/>
                </a:solidFill>
                <a:cs typeface="Times New Roman" panose="02020603050405020304" pitchFamily="18" charset="0"/>
              </a:rPr>
              <a:t> puede ser definida como una secuencia de datos electr</a:t>
            </a:r>
            <a:r>
              <a:rPr lang="es-ES" altLang="es-GT" sz="2800" dirty="0">
                <a:solidFill>
                  <a:schemeClr val="tx2"/>
                </a:solidFill>
                <a:latin typeface="Times New Roman" panose="02020603050405020304" pitchFamily="18" charset="0"/>
                <a:cs typeface="Times New Roman" panose="02020603050405020304" pitchFamily="18" charset="0"/>
              </a:rPr>
              <a:t>ó</a:t>
            </a:r>
            <a:r>
              <a:rPr lang="es-ES" altLang="es-GT" sz="2800" dirty="0">
                <a:solidFill>
                  <a:schemeClr val="tx2"/>
                </a:solidFill>
                <a:cs typeface="Times New Roman" panose="02020603050405020304" pitchFamily="18" charset="0"/>
              </a:rPr>
              <a:t>nicos (bits) que equivale funcionalmente a la firma aut</a:t>
            </a:r>
            <a:r>
              <a:rPr lang="es-ES" altLang="es-GT" sz="2800" dirty="0">
                <a:solidFill>
                  <a:schemeClr val="tx2"/>
                </a:solidFill>
                <a:latin typeface="Times New Roman" panose="02020603050405020304" pitchFamily="18" charset="0"/>
                <a:cs typeface="Times New Roman" panose="02020603050405020304" pitchFamily="18" charset="0"/>
              </a:rPr>
              <a:t>ó</a:t>
            </a:r>
            <a:r>
              <a:rPr lang="es-ES" altLang="es-GT" sz="2800" dirty="0">
                <a:solidFill>
                  <a:schemeClr val="tx2"/>
                </a:solidFill>
                <a:cs typeface="Times New Roman" panose="02020603050405020304" pitchFamily="18" charset="0"/>
              </a:rPr>
              <a:t>grafa en orden a la identificaci</a:t>
            </a:r>
            <a:r>
              <a:rPr lang="es-ES" altLang="es-GT" sz="2800" dirty="0">
                <a:solidFill>
                  <a:schemeClr val="tx2"/>
                </a:solidFill>
                <a:latin typeface="Times New Roman" panose="02020603050405020304" pitchFamily="18" charset="0"/>
                <a:cs typeface="Times New Roman" panose="02020603050405020304" pitchFamily="18" charset="0"/>
              </a:rPr>
              <a:t>ó</a:t>
            </a:r>
            <a:r>
              <a:rPr lang="es-ES" altLang="es-GT" sz="2800" dirty="0">
                <a:solidFill>
                  <a:schemeClr val="tx2"/>
                </a:solidFill>
                <a:cs typeface="Times New Roman" panose="02020603050405020304" pitchFamily="18" charset="0"/>
              </a:rPr>
              <a:t>n del autor del que procede el mensaje. </a:t>
            </a:r>
          </a:p>
          <a:p>
            <a:pPr algn="just">
              <a:buFontTx/>
              <a:buNone/>
            </a:pPr>
            <a:endParaRPr lang="es-ES" altLang="es-GT" sz="2800" dirty="0">
              <a:solidFill>
                <a:schemeClr val="tx2"/>
              </a:solidFill>
              <a:cs typeface="Times New Roman" panose="02020603050405020304" pitchFamily="18" charset="0"/>
            </a:endParaRPr>
          </a:p>
          <a:p>
            <a:pPr algn="just">
              <a:buFontTx/>
              <a:buNone/>
            </a:pPr>
            <a:r>
              <a:rPr lang="es-ES" altLang="es-GT" sz="2800" dirty="0">
                <a:solidFill>
                  <a:schemeClr val="tx2"/>
                </a:solidFill>
                <a:cs typeface="Times New Roman" panose="02020603050405020304" pitchFamily="18" charset="0"/>
              </a:rPr>
              <a:t>  Desde un </a:t>
            </a:r>
            <a:r>
              <a:rPr lang="es-ES" altLang="es-GT" sz="2800" i="1" dirty="0">
                <a:solidFill>
                  <a:schemeClr val="tx2"/>
                </a:solidFill>
                <a:cs typeface="Times New Roman" panose="02020603050405020304" pitchFamily="18" charset="0"/>
              </a:rPr>
              <a:t>punto de vista material</a:t>
            </a:r>
            <a:r>
              <a:rPr lang="es-ES" altLang="es-GT" sz="2800" dirty="0">
                <a:solidFill>
                  <a:schemeClr val="tx2"/>
                </a:solidFill>
                <a:cs typeface="Times New Roman" panose="02020603050405020304" pitchFamily="18" charset="0"/>
              </a:rPr>
              <a:t>, la firma digital es una simple cadena o secuencia de caracteres que se adjunta al final del cuerpo del mensaje firmado digitalmente.</a:t>
            </a:r>
          </a:p>
        </p:txBody>
      </p:sp>
    </p:spTree>
    <p:extLst>
      <p:ext uri="{BB962C8B-B14F-4D97-AF65-F5344CB8AC3E}">
        <p14:creationId xmlns:p14="http://schemas.microsoft.com/office/powerpoint/2010/main" val="3181303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a:bodyPr>
          <a:lstStyle/>
          <a:p>
            <a:r>
              <a:rPr lang="es-ES" altLang="es-GT" sz="3500" b="1" dirty="0">
                <a:solidFill>
                  <a:schemeClr val="tx1"/>
                </a:solidFill>
              </a:rPr>
              <a:t>Función de la Firma Digital</a:t>
            </a:r>
          </a:p>
        </p:txBody>
      </p:sp>
      <p:sp>
        <p:nvSpPr>
          <p:cNvPr id="9220" name="Rectangle 4"/>
          <p:cNvSpPr>
            <a:spLocks noGrp="1" noChangeArrowheads="1"/>
          </p:cNvSpPr>
          <p:nvPr>
            <p:ph type="body" sz="half" idx="2"/>
          </p:nvPr>
        </p:nvSpPr>
        <p:spPr>
          <a:xfrm>
            <a:off x="1331640" y="2060848"/>
            <a:ext cx="7239000" cy="2808312"/>
          </a:xfrm>
        </p:spPr>
        <p:txBody>
          <a:bodyPr/>
          <a:lstStyle/>
          <a:p>
            <a:pPr>
              <a:buFontTx/>
              <a:buNone/>
            </a:pPr>
            <a:r>
              <a:rPr lang="es-ES" altLang="es-GT" dirty="0">
                <a:solidFill>
                  <a:schemeClr val="tx2"/>
                </a:solidFill>
              </a:rPr>
              <a:t>  La Firma Digital sirve para que dos personas puedan intercambiar entre ellos mensajes electrónicos que sean mínimamente </a:t>
            </a:r>
            <a:r>
              <a:rPr lang="es-ES" altLang="es-GT" b="1" dirty="0">
                <a:solidFill>
                  <a:schemeClr val="tx2"/>
                </a:solidFill>
              </a:rPr>
              <a:t>fiables</a:t>
            </a:r>
            <a:r>
              <a:rPr lang="es-ES" altLang="es-GT" dirty="0">
                <a:solidFill>
                  <a:schemeClr val="tx2"/>
                </a:solidFill>
              </a:rPr>
              <a:t> y que den a las dos partes </a:t>
            </a:r>
            <a:r>
              <a:rPr lang="es-ES" altLang="es-GT" b="1" dirty="0">
                <a:solidFill>
                  <a:schemeClr val="tx2"/>
                </a:solidFill>
              </a:rPr>
              <a:t>confianza</a:t>
            </a:r>
            <a:r>
              <a:rPr lang="es-ES" altLang="es-GT" dirty="0">
                <a:solidFill>
                  <a:schemeClr val="tx2"/>
                </a:solidFill>
              </a:rPr>
              <a:t> y </a:t>
            </a:r>
            <a:r>
              <a:rPr lang="es-ES" altLang="es-GT" b="1" dirty="0">
                <a:solidFill>
                  <a:schemeClr val="tx2"/>
                </a:solidFill>
              </a:rPr>
              <a:t>seguridad.</a:t>
            </a:r>
          </a:p>
        </p:txBody>
      </p:sp>
    </p:spTree>
    <p:extLst>
      <p:ext uri="{BB962C8B-B14F-4D97-AF65-F5344CB8AC3E}">
        <p14:creationId xmlns:p14="http://schemas.microsoft.com/office/powerpoint/2010/main" val="2862281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827585" y="404664"/>
            <a:ext cx="7776864" cy="1431925"/>
          </a:xfrm>
        </p:spPr>
        <p:txBody>
          <a:bodyPr>
            <a:normAutofit/>
          </a:bodyPr>
          <a:lstStyle/>
          <a:p>
            <a:r>
              <a:rPr lang="es-ES" altLang="es-GT" sz="3500" b="1" dirty="0">
                <a:solidFill>
                  <a:schemeClr val="tx1"/>
                </a:solidFill>
              </a:rPr>
              <a:t>¿En qué se basa la Firma Digital?</a:t>
            </a:r>
          </a:p>
        </p:txBody>
      </p:sp>
      <p:sp>
        <p:nvSpPr>
          <p:cNvPr id="10244" name="Rectangle 4"/>
          <p:cNvSpPr>
            <a:spLocks noGrp="1" noChangeArrowheads="1"/>
          </p:cNvSpPr>
          <p:nvPr>
            <p:ph type="body" sz="half" idx="2"/>
          </p:nvPr>
        </p:nvSpPr>
        <p:spPr>
          <a:xfrm>
            <a:off x="1187624" y="1981200"/>
            <a:ext cx="7270576" cy="4114800"/>
          </a:xfrm>
        </p:spPr>
        <p:txBody>
          <a:bodyPr/>
          <a:lstStyle/>
          <a:p>
            <a:pPr algn="just">
              <a:buFontTx/>
              <a:buNone/>
            </a:pPr>
            <a:r>
              <a:rPr lang="es-ES" altLang="es-GT" sz="2800" dirty="0">
                <a:latin typeface="Verdana" panose="020B0604030504040204" pitchFamily="34" charset="0"/>
                <a:cs typeface="Times New Roman" panose="02020603050405020304" pitchFamily="18" charset="0"/>
              </a:rPr>
              <a:t>     </a:t>
            </a:r>
            <a:r>
              <a:rPr lang="es-ES" altLang="es-GT" dirty="0">
                <a:solidFill>
                  <a:schemeClr val="tx2"/>
                </a:solidFill>
                <a:cs typeface="Times New Roman" panose="02020603050405020304" pitchFamily="18" charset="0"/>
              </a:rPr>
              <a:t>La firma digital se basa en la utilización combinada de dos técnicas distintas, que son:</a:t>
            </a:r>
          </a:p>
          <a:p>
            <a:pPr algn="just">
              <a:buFontTx/>
              <a:buNone/>
            </a:pPr>
            <a:r>
              <a:rPr lang="es-ES" altLang="es-GT" dirty="0">
                <a:solidFill>
                  <a:schemeClr val="tx2"/>
                </a:solidFill>
                <a:cs typeface="Times New Roman" panose="02020603050405020304" pitchFamily="18" charset="0"/>
              </a:rPr>
              <a:t>    *La  </a:t>
            </a:r>
            <a:r>
              <a:rPr lang="es-ES" altLang="es-GT" i="1" dirty="0">
                <a:solidFill>
                  <a:schemeClr val="tx2"/>
                </a:solidFill>
                <a:cs typeface="Times New Roman" panose="02020603050405020304" pitchFamily="18" charset="0"/>
              </a:rPr>
              <a:t>criptografía asimétrica</a:t>
            </a:r>
            <a:r>
              <a:rPr lang="es-ES" altLang="es-GT" dirty="0">
                <a:solidFill>
                  <a:schemeClr val="tx2"/>
                </a:solidFill>
                <a:cs typeface="Times New Roman" panose="02020603050405020304" pitchFamily="18" charset="0"/>
              </a:rPr>
              <a:t> o de clave pública para cifrar mensajes.</a:t>
            </a:r>
          </a:p>
          <a:p>
            <a:pPr algn="just">
              <a:buFontTx/>
              <a:buNone/>
            </a:pPr>
            <a:r>
              <a:rPr lang="es-ES" altLang="es-GT" dirty="0">
                <a:solidFill>
                  <a:schemeClr val="tx2"/>
                </a:solidFill>
                <a:cs typeface="Times New Roman" panose="02020603050405020304" pitchFamily="18" charset="0"/>
              </a:rPr>
              <a:t>    *El uso de las llamadas </a:t>
            </a:r>
            <a:r>
              <a:rPr lang="es-ES" altLang="es-GT" i="1" dirty="0">
                <a:solidFill>
                  <a:schemeClr val="tx2"/>
                </a:solidFill>
                <a:cs typeface="Times New Roman" panose="02020603050405020304" pitchFamily="18" charset="0"/>
              </a:rPr>
              <a:t>funciones hash</a:t>
            </a:r>
            <a:r>
              <a:rPr lang="es-ES" altLang="es-GT" dirty="0">
                <a:solidFill>
                  <a:schemeClr val="tx2"/>
                </a:solidFill>
                <a:cs typeface="Times New Roman" panose="02020603050405020304" pitchFamily="18" charset="0"/>
              </a:rPr>
              <a:t> o funciones resumen.</a:t>
            </a:r>
          </a:p>
        </p:txBody>
      </p:sp>
    </p:spTree>
    <p:extLst>
      <p:ext uri="{BB962C8B-B14F-4D97-AF65-F5344CB8AC3E}">
        <p14:creationId xmlns:p14="http://schemas.microsoft.com/office/powerpoint/2010/main" val="2763710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rrowheads="1"/>
          </p:cNvSpPr>
          <p:nvPr>
            <p:ph type="title"/>
          </p:nvPr>
        </p:nvSpPr>
        <p:spPr>
          <a:xfrm>
            <a:off x="2627784" y="338328"/>
            <a:ext cx="3466728" cy="1143000"/>
          </a:xfrm>
        </p:spPr>
        <p:txBody>
          <a:bodyPr/>
          <a:lstStyle/>
          <a:p>
            <a:r>
              <a:rPr lang="es-ES" altLang="es-GT" dirty="0"/>
              <a:t>Criptografía.</a:t>
            </a:r>
          </a:p>
        </p:txBody>
      </p:sp>
      <p:sp>
        <p:nvSpPr>
          <p:cNvPr id="6147" name="Rectangle 3"/>
          <p:cNvSpPr>
            <a:spLocks noGrp="1" noRot="1" noChangeArrowheads="1"/>
          </p:cNvSpPr>
          <p:nvPr>
            <p:ph type="body" idx="1"/>
          </p:nvPr>
        </p:nvSpPr>
        <p:spPr/>
        <p:txBody>
          <a:bodyPr/>
          <a:lstStyle/>
          <a:p>
            <a:endParaRPr lang="es-ES" altLang="es-GT" dirty="0"/>
          </a:p>
          <a:p>
            <a:r>
              <a:rPr lang="es-ES" altLang="es-GT" dirty="0" err="1"/>
              <a:t>κρυ</a:t>
            </a:r>
            <a:r>
              <a:rPr lang="es-ES" altLang="es-GT" dirty="0"/>
              <a:t>πτός, oculto</a:t>
            </a:r>
          </a:p>
          <a:p>
            <a:pPr>
              <a:buFont typeface="Arial" panose="020B0604020202020204" pitchFamily="34" charset="0"/>
              <a:buNone/>
            </a:pPr>
            <a:endParaRPr lang="es-ES" altLang="es-GT" dirty="0"/>
          </a:p>
          <a:p>
            <a:r>
              <a:rPr lang="es-ES" altLang="es-GT" dirty="0"/>
              <a:t>-</a:t>
            </a:r>
            <a:r>
              <a:rPr lang="es-ES" altLang="es-GT" dirty="0" err="1"/>
              <a:t>γρ</a:t>
            </a:r>
            <a:r>
              <a:rPr lang="es-ES" altLang="es-GT" dirty="0"/>
              <a:t>αφία / γράφειν, escribir.</a:t>
            </a:r>
          </a:p>
          <a:p>
            <a:pPr>
              <a:buFont typeface="Arial" panose="020B0604020202020204" pitchFamily="34" charset="0"/>
              <a:buNone/>
            </a:pPr>
            <a:endParaRPr lang="es-ES" altLang="es-GT" b="1" dirty="0"/>
          </a:p>
          <a:p>
            <a:r>
              <a:rPr lang="es-ES" altLang="es-GT" dirty="0"/>
              <a:t>Arte de escribir con clave secreta o de un modo enigmático</a:t>
            </a:r>
          </a:p>
        </p:txBody>
      </p:sp>
    </p:spTree>
    <p:extLst>
      <p:ext uri="{BB962C8B-B14F-4D97-AF65-F5344CB8AC3E}">
        <p14:creationId xmlns:p14="http://schemas.microsoft.com/office/powerpoint/2010/main" val="314717242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rrowheads="1"/>
          </p:cNvSpPr>
          <p:nvPr>
            <p:ph type="title"/>
          </p:nvPr>
        </p:nvSpPr>
        <p:spPr/>
        <p:txBody>
          <a:bodyPr>
            <a:normAutofit/>
          </a:bodyPr>
          <a:lstStyle/>
          <a:p>
            <a:r>
              <a:rPr lang="es-ES" altLang="es-GT" sz="4000" dirty="0"/>
              <a:t>Criptografía de clave asimétrica</a:t>
            </a:r>
          </a:p>
        </p:txBody>
      </p:sp>
      <p:sp>
        <p:nvSpPr>
          <p:cNvPr id="11267" name="Rectangle 3"/>
          <p:cNvSpPr>
            <a:spLocks noGrp="1" noRot="1" noChangeArrowheads="1"/>
          </p:cNvSpPr>
          <p:nvPr>
            <p:ph type="body" idx="1"/>
          </p:nvPr>
        </p:nvSpPr>
        <p:spPr/>
        <p:txBody>
          <a:bodyPr/>
          <a:lstStyle/>
          <a:p>
            <a:pPr algn="just"/>
            <a:r>
              <a:rPr lang="es-ES" altLang="es-GT" dirty="0"/>
              <a:t>Cifrado basado en dos claves: una pública y otra privada.</a:t>
            </a:r>
          </a:p>
          <a:p>
            <a:pPr algn="just"/>
            <a:r>
              <a:rPr lang="es-ES" altLang="es-GT" dirty="0"/>
              <a:t>La clave privada permanece secreta y es conocida únicamente por la persona a quien se ha atribuido el par de claves y que la va a utilizar para cifrar mensajes.</a:t>
            </a:r>
          </a:p>
          <a:p>
            <a:pPr algn="just"/>
            <a:r>
              <a:rPr lang="es-ES" altLang="es-GT" dirty="0"/>
              <a:t>La clave pública es o puede ser conocida por cualquiera. </a:t>
            </a:r>
          </a:p>
        </p:txBody>
      </p:sp>
    </p:spTree>
    <p:extLst>
      <p:ext uri="{BB962C8B-B14F-4D97-AF65-F5344CB8AC3E}">
        <p14:creationId xmlns:p14="http://schemas.microsoft.com/office/powerpoint/2010/main" val="129601240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p:txBody>
          <a:bodyPr/>
          <a:lstStyle/>
          <a:p>
            <a:r>
              <a:rPr lang="es-ES" altLang="es-GT" dirty="0"/>
              <a:t>Criptografía</a:t>
            </a: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7704" y="1916832"/>
            <a:ext cx="5753100" cy="3438525"/>
          </a:xfrm>
          <a:prstGeom prst="rect">
            <a:avLst/>
          </a:prstGeom>
        </p:spPr>
      </p:pic>
    </p:spTree>
    <p:extLst>
      <p:ext uri="{BB962C8B-B14F-4D97-AF65-F5344CB8AC3E}">
        <p14:creationId xmlns:p14="http://schemas.microsoft.com/office/powerpoint/2010/main" val="48908846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rrowheads="1"/>
          </p:cNvSpPr>
          <p:nvPr>
            <p:ph type="title"/>
          </p:nvPr>
        </p:nvSpPr>
        <p:spPr/>
        <p:txBody>
          <a:bodyPr/>
          <a:lstStyle/>
          <a:p>
            <a:r>
              <a:rPr lang="es-ES" altLang="es-GT" dirty="0"/>
              <a:t>Algoritmo</a:t>
            </a:r>
          </a:p>
        </p:txBody>
      </p:sp>
      <p:sp>
        <p:nvSpPr>
          <p:cNvPr id="94211" name="Rectangle 3"/>
          <p:cNvSpPr>
            <a:spLocks noGrp="1" noRot="1" noChangeArrowheads="1"/>
          </p:cNvSpPr>
          <p:nvPr>
            <p:ph type="body" idx="1"/>
          </p:nvPr>
        </p:nvSpPr>
        <p:spPr/>
        <p:txBody>
          <a:bodyPr/>
          <a:lstStyle/>
          <a:p>
            <a:pPr algn="just"/>
            <a:r>
              <a:rPr lang="es-ES" altLang="es-GT" dirty="0"/>
              <a:t>Lista bien definida, ordenada y finita de operaciones que permite hallar la solución a un problema.  </a:t>
            </a:r>
          </a:p>
          <a:p>
            <a:pPr algn="just"/>
            <a:endParaRPr lang="es-ES" altLang="es-GT" dirty="0"/>
          </a:p>
          <a:p>
            <a:pPr algn="just"/>
            <a:r>
              <a:rPr lang="es-ES" altLang="es-GT" dirty="0"/>
              <a:t>Dado un estado inicial y una entrada, a través de pasos sucesivos y bien definidos se llega a un estado final, obteniendo una solución. </a:t>
            </a:r>
          </a:p>
        </p:txBody>
      </p:sp>
    </p:spTree>
    <p:extLst>
      <p:ext uri="{BB962C8B-B14F-4D97-AF65-F5344CB8AC3E}">
        <p14:creationId xmlns:p14="http://schemas.microsoft.com/office/powerpoint/2010/main" val="115451301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rrowheads="1"/>
          </p:cNvSpPr>
          <p:nvPr>
            <p:ph type="title"/>
          </p:nvPr>
        </p:nvSpPr>
        <p:spPr/>
        <p:txBody>
          <a:bodyPr/>
          <a:lstStyle/>
          <a:p>
            <a:r>
              <a:rPr lang="es-ES" altLang="es-GT" dirty="0"/>
              <a:t>Clave privada</a:t>
            </a:r>
          </a:p>
        </p:txBody>
      </p:sp>
      <p:sp>
        <p:nvSpPr>
          <p:cNvPr id="12291" name="Rectangle 3"/>
          <p:cNvSpPr>
            <a:spLocks noGrp="1" noRot="1" noChangeArrowheads="1"/>
          </p:cNvSpPr>
          <p:nvPr>
            <p:ph type="body" idx="1"/>
          </p:nvPr>
        </p:nvSpPr>
        <p:spPr/>
        <p:txBody>
          <a:bodyPr/>
          <a:lstStyle/>
          <a:p>
            <a:pPr algn="just"/>
            <a:endParaRPr lang="es-ES" altLang="es-GT" dirty="0"/>
          </a:p>
          <a:p>
            <a:pPr algn="just"/>
            <a:r>
              <a:rPr lang="es-ES" altLang="es-GT" dirty="0"/>
              <a:t>Contraseña. Conjunto de letras, cifras, signos…</a:t>
            </a:r>
          </a:p>
          <a:p>
            <a:pPr algn="just"/>
            <a:endParaRPr lang="es-ES" altLang="es-GT" dirty="0"/>
          </a:p>
          <a:p>
            <a:pPr algn="just"/>
            <a:r>
              <a:rPr lang="es-ES" altLang="es-GT" dirty="0"/>
              <a:t>Sistema de clave de 128bits: 340.282.366.920.900.000.000.000.000.000.000.000.000 número de claves posibles.</a:t>
            </a:r>
          </a:p>
          <a:p>
            <a:pPr algn="just">
              <a:buFont typeface="Arial" panose="020B0604020202020204" pitchFamily="34" charset="0"/>
              <a:buNone/>
            </a:pPr>
            <a:endParaRPr lang="es-ES" altLang="es-GT" dirty="0"/>
          </a:p>
          <a:p>
            <a:endParaRPr lang="es-ES" altLang="es-GT" dirty="0"/>
          </a:p>
        </p:txBody>
      </p:sp>
    </p:spTree>
    <p:extLst>
      <p:ext uri="{BB962C8B-B14F-4D97-AF65-F5344CB8AC3E}">
        <p14:creationId xmlns:p14="http://schemas.microsoft.com/office/powerpoint/2010/main" val="244041524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rrowheads="1"/>
          </p:cNvSpPr>
          <p:nvPr>
            <p:ph type="title"/>
          </p:nvPr>
        </p:nvSpPr>
        <p:spPr/>
        <p:txBody>
          <a:bodyPr/>
          <a:lstStyle/>
          <a:p>
            <a:r>
              <a:rPr lang="es-ES" altLang="es-GT" dirty="0"/>
              <a:t>Clave pública</a:t>
            </a:r>
          </a:p>
        </p:txBody>
      </p:sp>
      <p:sp>
        <p:nvSpPr>
          <p:cNvPr id="13315" name="Rectangle 3"/>
          <p:cNvSpPr>
            <a:spLocks noGrp="1" noRot="1" noChangeArrowheads="1"/>
          </p:cNvSpPr>
          <p:nvPr>
            <p:ph type="body" idx="1"/>
          </p:nvPr>
        </p:nvSpPr>
        <p:spPr>
          <a:xfrm>
            <a:off x="1730375" y="1600200"/>
            <a:ext cx="7112000" cy="4498975"/>
          </a:xfrm>
        </p:spPr>
        <p:txBody>
          <a:bodyPr/>
          <a:lstStyle/>
          <a:p>
            <a:pPr>
              <a:lnSpc>
                <a:spcPct val="80000"/>
              </a:lnSpc>
            </a:pPr>
            <a:r>
              <a:rPr lang="es-ES" altLang="es-GT" sz="1800" dirty="0"/>
              <a:t>Asignada por la entidad de certificación</a:t>
            </a:r>
          </a:p>
          <a:p>
            <a:pPr>
              <a:lnSpc>
                <a:spcPct val="80000"/>
              </a:lnSpc>
            </a:pPr>
            <a:endParaRPr lang="es-ES" altLang="es-GT" sz="1800" dirty="0"/>
          </a:p>
          <a:p>
            <a:pPr>
              <a:lnSpc>
                <a:spcPct val="80000"/>
              </a:lnSpc>
            </a:pPr>
            <a:r>
              <a:rPr lang="es-ES" altLang="es-GT" sz="1800" dirty="0"/>
              <a:t>Ejemplo de clave pública</a:t>
            </a:r>
          </a:p>
          <a:p>
            <a:pPr>
              <a:lnSpc>
                <a:spcPct val="80000"/>
              </a:lnSpc>
              <a:buFont typeface="Arial" panose="020B0604020202020204" pitchFamily="34" charset="0"/>
              <a:buNone/>
            </a:pPr>
            <a:endParaRPr lang="es-ES" altLang="es-GT" sz="1800" dirty="0"/>
          </a:p>
          <a:p>
            <a:pPr>
              <a:lnSpc>
                <a:spcPct val="80000"/>
              </a:lnSpc>
              <a:buFont typeface="Arial" panose="020B0604020202020204" pitchFamily="34" charset="0"/>
              <a:buNone/>
            </a:pPr>
            <a:r>
              <a:rPr lang="es-ES" altLang="es-GT" sz="1800" dirty="0"/>
              <a:t>Módulo (1024 bits):</a:t>
            </a:r>
          </a:p>
          <a:p>
            <a:pPr>
              <a:lnSpc>
                <a:spcPct val="80000"/>
              </a:lnSpc>
              <a:buFont typeface="Arial" panose="020B0604020202020204" pitchFamily="34" charset="0"/>
              <a:buNone/>
            </a:pPr>
            <a:r>
              <a:rPr lang="es-ES" altLang="es-GT" sz="1800" dirty="0"/>
              <a:t>8b 53 9a 33 </a:t>
            </a:r>
            <a:r>
              <a:rPr lang="es-ES" altLang="es-GT" sz="1800" dirty="0" err="1"/>
              <a:t>bd</a:t>
            </a:r>
            <a:r>
              <a:rPr lang="es-ES" altLang="es-GT" sz="1800" dirty="0"/>
              <a:t> 77 3e 22 65 </a:t>
            </a:r>
            <a:r>
              <a:rPr lang="es-ES" altLang="es-GT" sz="1800" dirty="0" err="1"/>
              <a:t>fc</a:t>
            </a:r>
            <a:r>
              <a:rPr lang="es-ES" altLang="es-GT" sz="1800" dirty="0"/>
              <a:t> b3 81 f2 87 85 1f </a:t>
            </a:r>
          </a:p>
          <a:p>
            <a:pPr>
              <a:lnSpc>
                <a:spcPct val="80000"/>
              </a:lnSpc>
              <a:buFont typeface="Arial" panose="020B0604020202020204" pitchFamily="34" charset="0"/>
              <a:buNone/>
            </a:pPr>
            <a:r>
              <a:rPr lang="es-ES" altLang="es-GT" sz="1800" dirty="0"/>
              <a:t>dc 81 </a:t>
            </a:r>
            <a:r>
              <a:rPr lang="es-ES" altLang="es-GT" sz="1800" dirty="0" err="1"/>
              <a:t>ca</a:t>
            </a:r>
            <a:r>
              <a:rPr lang="es-ES" altLang="es-GT" sz="1800" dirty="0"/>
              <a:t> </a:t>
            </a:r>
            <a:r>
              <a:rPr lang="es-ES" altLang="es-GT" sz="1800" dirty="0" err="1"/>
              <a:t>db</a:t>
            </a:r>
            <a:r>
              <a:rPr lang="es-ES" altLang="es-GT" sz="1800" dirty="0"/>
              <a:t> 8a </a:t>
            </a:r>
            <a:r>
              <a:rPr lang="es-ES" altLang="es-GT" sz="1800" dirty="0" err="1"/>
              <a:t>bf</a:t>
            </a:r>
            <a:r>
              <a:rPr lang="es-ES" altLang="es-GT" sz="1800" dirty="0"/>
              <a:t> a6 84 b5 e0 18 e8 b2 b5 64 c3 </a:t>
            </a:r>
          </a:p>
          <a:p>
            <a:pPr>
              <a:lnSpc>
                <a:spcPct val="80000"/>
              </a:lnSpc>
              <a:buFont typeface="Arial" panose="020B0604020202020204" pitchFamily="34" charset="0"/>
              <a:buNone/>
            </a:pPr>
            <a:r>
              <a:rPr lang="es-ES" altLang="es-GT" sz="1800" dirty="0" err="1"/>
              <a:t>cb</a:t>
            </a:r>
            <a:r>
              <a:rPr lang="es-ES" altLang="es-GT" sz="1800" dirty="0"/>
              <a:t> 26 3f 7a 0b 8d 65 23 39 35 13 d9 f5 f8 40 f2 </a:t>
            </a:r>
          </a:p>
          <a:p>
            <a:pPr>
              <a:lnSpc>
                <a:spcPct val="80000"/>
              </a:lnSpc>
              <a:buFont typeface="Arial" panose="020B0604020202020204" pitchFamily="34" charset="0"/>
              <a:buNone/>
            </a:pPr>
            <a:r>
              <a:rPr lang="es-ES" altLang="es-GT" sz="1800" dirty="0"/>
              <a:t>0b 62 03 c4 a2 66 64 85 d2 09 92 22 </a:t>
            </a:r>
            <a:r>
              <a:rPr lang="es-ES" altLang="es-GT" sz="1800" dirty="0" err="1"/>
              <a:t>ee</a:t>
            </a:r>
            <a:r>
              <a:rPr lang="es-ES" altLang="es-GT" sz="1800" dirty="0"/>
              <a:t> 74 41 f9 </a:t>
            </a:r>
          </a:p>
          <a:p>
            <a:pPr>
              <a:lnSpc>
                <a:spcPct val="80000"/>
              </a:lnSpc>
              <a:buFont typeface="Arial" panose="020B0604020202020204" pitchFamily="34" charset="0"/>
              <a:buNone/>
            </a:pPr>
            <a:r>
              <a:rPr lang="es-ES" altLang="es-GT" sz="1800" dirty="0"/>
              <a:t>1e 0a 54 07 2b 04 a7 5b 07 </a:t>
            </a:r>
            <a:r>
              <a:rPr lang="es-ES" altLang="es-GT" sz="1800" dirty="0" err="1"/>
              <a:t>ef</a:t>
            </a:r>
            <a:r>
              <a:rPr lang="es-ES" altLang="es-GT" sz="1800" dirty="0"/>
              <a:t> </a:t>
            </a:r>
            <a:r>
              <a:rPr lang="es-ES" altLang="es-GT" sz="1800" dirty="0" err="1"/>
              <a:t>ba</a:t>
            </a:r>
            <a:r>
              <a:rPr lang="es-ES" altLang="es-GT" sz="1800" dirty="0"/>
              <a:t> d6 9b f1 9e e3 </a:t>
            </a:r>
          </a:p>
          <a:p>
            <a:pPr>
              <a:lnSpc>
                <a:spcPct val="80000"/>
              </a:lnSpc>
              <a:buFont typeface="Arial" panose="020B0604020202020204" pitchFamily="34" charset="0"/>
              <a:buNone/>
            </a:pPr>
            <a:r>
              <a:rPr lang="es-ES" altLang="es-GT" sz="1800" dirty="0"/>
              <a:t>81 e2 </a:t>
            </a:r>
            <a:r>
              <a:rPr lang="es-ES" altLang="es-GT" sz="1800" dirty="0" err="1"/>
              <a:t>cb</a:t>
            </a:r>
            <a:r>
              <a:rPr lang="es-ES" altLang="es-GT" sz="1800" dirty="0"/>
              <a:t> 4c 9a f2 ce 96 70 7c 89 0e a7 </a:t>
            </a:r>
            <a:r>
              <a:rPr lang="es-ES" altLang="es-GT" sz="1800" dirty="0" err="1"/>
              <a:t>ca</a:t>
            </a:r>
            <a:r>
              <a:rPr lang="es-ES" altLang="es-GT" sz="1800" dirty="0"/>
              <a:t> 17 23 </a:t>
            </a:r>
          </a:p>
          <a:p>
            <a:pPr>
              <a:lnSpc>
                <a:spcPct val="80000"/>
              </a:lnSpc>
              <a:buFont typeface="Arial" panose="020B0604020202020204" pitchFamily="34" charset="0"/>
              <a:buNone/>
            </a:pPr>
            <a:r>
              <a:rPr lang="es-ES" altLang="es-GT" sz="1800" dirty="0"/>
              <a:t>e6 </a:t>
            </a:r>
            <a:r>
              <a:rPr lang="es-ES" altLang="es-GT" sz="1800" dirty="0" err="1"/>
              <a:t>fb</a:t>
            </a:r>
            <a:r>
              <a:rPr lang="es-ES" altLang="es-GT" sz="1800" dirty="0"/>
              <a:t> b8 01 55 a8 3a 44 74 c8 80 1f 8c </a:t>
            </a:r>
            <a:r>
              <a:rPr lang="es-ES" altLang="es-GT" sz="1800" dirty="0" err="1"/>
              <a:t>bf</a:t>
            </a:r>
            <a:r>
              <a:rPr lang="es-ES" altLang="es-GT" sz="1800" dirty="0"/>
              <a:t> 84 3a </a:t>
            </a:r>
          </a:p>
          <a:p>
            <a:pPr>
              <a:lnSpc>
                <a:spcPct val="80000"/>
              </a:lnSpc>
              <a:buFont typeface="Arial" panose="020B0604020202020204" pitchFamily="34" charset="0"/>
              <a:buNone/>
            </a:pPr>
            <a:r>
              <a:rPr lang="es-ES" altLang="es-GT" sz="1800" dirty="0"/>
              <a:t>c8 0b 2b a8 54 45 cc 6f 78 b2 85 c8 </a:t>
            </a:r>
            <a:r>
              <a:rPr lang="es-ES" altLang="es-GT" sz="1800" dirty="0" err="1"/>
              <a:t>db</a:t>
            </a:r>
            <a:r>
              <a:rPr lang="es-ES" altLang="es-GT" sz="1800" dirty="0"/>
              <a:t> a6 be 83 </a:t>
            </a:r>
          </a:p>
          <a:p>
            <a:pPr>
              <a:lnSpc>
                <a:spcPct val="80000"/>
              </a:lnSpc>
            </a:pPr>
            <a:endParaRPr lang="es-ES" altLang="es-GT" sz="1800" dirty="0"/>
          </a:p>
          <a:p>
            <a:pPr>
              <a:lnSpc>
                <a:spcPct val="80000"/>
              </a:lnSpc>
              <a:buFont typeface="Arial" panose="020B0604020202020204" pitchFamily="34" charset="0"/>
              <a:buNone/>
            </a:pPr>
            <a:r>
              <a:rPr lang="es-ES" altLang="es-GT" sz="1800" dirty="0"/>
              <a:t>Exponente (24 bits):</a:t>
            </a:r>
          </a:p>
          <a:p>
            <a:pPr>
              <a:lnSpc>
                <a:spcPct val="80000"/>
              </a:lnSpc>
              <a:buFont typeface="Arial" panose="020B0604020202020204" pitchFamily="34" charset="0"/>
              <a:buNone/>
            </a:pPr>
            <a:r>
              <a:rPr lang="es-ES" altLang="es-GT" sz="1800" dirty="0"/>
              <a:t>01 00 01 </a:t>
            </a:r>
          </a:p>
        </p:txBody>
      </p:sp>
    </p:spTree>
    <p:extLst>
      <p:ext uri="{BB962C8B-B14F-4D97-AF65-F5344CB8AC3E}">
        <p14:creationId xmlns:p14="http://schemas.microsoft.com/office/powerpoint/2010/main" val="379601956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p:txBody>
          <a:bodyPr/>
          <a:lstStyle/>
          <a:p>
            <a:r>
              <a:rPr lang="es-ES" altLang="es-GT" dirty="0"/>
              <a:t>Seguridad</a:t>
            </a:r>
          </a:p>
        </p:txBody>
      </p:sp>
      <p:sp>
        <p:nvSpPr>
          <p:cNvPr id="14339" name="Rectangle 3"/>
          <p:cNvSpPr>
            <a:spLocks noGrp="1" noRot="1" noChangeArrowheads="1"/>
          </p:cNvSpPr>
          <p:nvPr>
            <p:ph type="body" idx="1"/>
          </p:nvPr>
        </p:nvSpPr>
        <p:spPr/>
        <p:txBody>
          <a:bodyPr/>
          <a:lstStyle/>
          <a:p>
            <a:pPr algn="just">
              <a:buFont typeface="Arial" panose="020B0604020202020204" pitchFamily="34" charset="0"/>
              <a:buNone/>
            </a:pPr>
            <a:r>
              <a:rPr lang="es-ES" altLang="es-GT" dirty="0"/>
              <a:t>   </a:t>
            </a:r>
          </a:p>
          <a:p>
            <a:pPr algn="just">
              <a:buFont typeface="Arial" panose="020B0604020202020204" pitchFamily="34" charset="0"/>
              <a:buNone/>
            </a:pPr>
            <a:r>
              <a:rPr lang="es-ES" altLang="es-GT" dirty="0"/>
              <a:t>   Para deducir una clave privada (RSA 2048 bits) a partir de la pública, serían necesarios 1 millón de ordenadores, realizando un millón de operaciones por segundo, durante 60 millones de años</a:t>
            </a:r>
          </a:p>
        </p:txBody>
      </p:sp>
    </p:spTree>
    <p:extLst>
      <p:ext uri="{BB962C8B-B14F-4D97-AF65-F5344CB8AC3E}">
        <p14:creationId xmlns:p14="http://schemas.microsoft.com/office/powerpoint/2010/main" val="47312150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762000" y="838200"/>
            <a:ext cx="7772400" cy="512763"/>
          </a:xfrm>
        </p:spPr>
        <p:txBody>
          <a:bodyPr>
            <a:normAutofit fontScale="90000"/>
          </a:bodyPr>
          <a:lstStyle/>
          <a:p>
            <a:pPr algn="l"/>
            <a:r>
              <a:rPr lang="es-ES" altLang="es-GT" sz="3600" b="1" i="1">
                <a:solidFill>
                  <a:schemeClr val="tx1"/>
                </a:solidFill>
              </a:rPr>
              <a:t>Las funciones Hash</a:t>
            </a:r>
          </a:p>
        </p:txBody>
      </p:sp>
      <p:sp>
        <p:nvSpPr>
          <p:cNvPr id="12292" name="Rectangle 4"/>
          <p:cNvSpPr>
            <a:spLocks noGrp="1" noChangeArrowheads="1"/>
          </p:cNvSpPr>
          <p:nvPr>
            <p:ph type="body" sz="half" idx="2"/>
          </p:nvPr>
        </p:nvSpPr>
        <p:spPr>
          <a:xfrm>
            <a:off x="685800" y="1916832"/>
            <a:ext cx="7772400" cy="4038600"/>
          </a:xfrm>
        </p:spPr>
        <p:txBody>
          <a:bodyPr/>
          <a:lstStyle/>
          <a:p>
            <a:pPr algn="just"/>
            <a:r>
              <a:rPr lang="es-ES" altLang="es-GT" dirty="0">
                <a:solidFill>
                  <a:schemeClr val="tx2"/>
                </a:solidFill>
                <a:cs typeface="Times New Roman" panose="02020603050405020304" pitchFamily="18" charset="0"/>
              </a:rPr>
              <a:t>Los mensajes que se intercambian pueden tener un gran tamaño, hecho éste que dificulta el proceso de cifrado. Por ello, no se cifra el mensaje entero sino un resumen del mismo obtenido aplicando al mensaje una función hash</a:t>
            </a:r>
            <a:r>
              <a:rPr lang="es-ES" altLang="es-GT" dirty="0">
                <a:solidFill>
                  <a:schemeClr val="tx2"/>
                </a:solidFill>
              </a:rPr>
              <a:t>.</a:t>
            </a:r>
          </a:p>
        </p:txBody>
      </p:sp>
    </p:spTree>
    <p:extLst>
      <p:ext uri="{BB962C8B-B14F-4D97-AF65-F5344CB8AC3E}">
        <p14:creationId xmlns:p14="http://schemas.microsoft.com/office/powerpoint/2010/main" val="3323689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rrowheads="1"/>
          </p:cNvSpPr>
          <p:nvPr>
            <p:ph type="title"/>
          </p:nvPr>
        </p:nvSpPr>
        <p:spPr/>
        <p:txBody>
          <a:bodyPr>
            <a:normAutofit fontScale="90000"/>
          </a:bodyPr>
          <a:lstStyle/>
          <a:p>
            <a:r>
              <a:rPr lang="es-ES" altLang="es-GT" sz="3600" dirty="0">
                <a:solidFill>
                  <a:schemeClr val="tx1"/>
                </a:solidFill>
              </a:rPr>
              <a:t>Integridad de archivo (FUNCION HASH)</a:t>
            </a:r>
          </a:p>
        </p:txBody>
      </p:sp>
      <p:sp>
        <p:nvSpPr>
          <p:cNvPr id="15363" name="Rectangle 3"/>
          <p:cNvSpPr>
            <a:spLocks noGrp="1" noRot="1" noChangeArrowheads="1"/>
          </p:cNvSpPr>
          <p:nvPr>
            <p:ph type="body" idx="1"/>
          </p:nvPr>
        </p:nvSpPr>
        <p:spPr/>
        <p:txBody>
          <a:bodyPr>
            <a:normAutofit fontScale="92500" lnSpcReduction="10000"/>
          </a:bodyPr>
          <a:lstStyle/>
          <a:p>
            <a:pPr marL="109855" indent="0" algn="just">
              <a:buNone/>
            </a:pPr>
            <a:r>
              <a:rPr lang="es-ES" altLang="es-GT" sz="2800" dirty="0">
                <a:cs typeface="Times New Roman" panose="02020603050405020304" pitchFamily="18" charset="0"/>
              </a:rPr>
              <a:t>Los mensajes que se intercambian pueden tener un gran tamaño, esto dificulta el proceso de cifrado. Por ello, no se cifra el mensaje entero sino un resumen del mismo obtenido aplicando al mensaje una función hash</a:t>
            </a:r>
            <a:r>
              <a:rPr lang="es-ES" altLang="es-GT" sz="2800" dirty="0"/>
              <a:t>.</a:t>
            </a:r>
          </a:p>
          <a:p>
            <a:pPr marL="109855" indent="0" algn="just">
              <a:buNone/>
            </a:pPr>
            <a:endParaRPr lang="es-ES" altLang="es-GT" sz="2800" dirty="0"/>
          </a:p>
          <a:p>
            <a:pPr marL="109855" indent="0" algn="just">
              <a:buNone/>
            </a:pPr>
            <a:r>
              <a:rPr lang="es-ES" altLang="es-GT" sz="2800" dirty="0"/>
              <a:t>Asocia un valor a su entrada. Cuando la entrada es un documento, el resultado de la función es un número que identifica casi unívocamente al texto. Si se adjunta este número al texto, el destinatario puede aplicar de nuevo la función y comprobar su resultado con el que ha recibido. </a:t>
            </a:r>
          </a:p>
        </p:txBody>
      </p:sp>
    </p:spTree>
    <p:extLst>
      <p:ext uri="{BB962C8B-B14F-4D97-AF65-F5344CB8AC3E}">
        <p14:creationId xmlns:p14="http://schemas.microsoft.com/office/powerpoint/2010/main" val="318671024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125538"/>
            <a:ext cx="7935912" cy="460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9459" name="Object 3"/>
          <p:cNvGraphicFramePr>
            <a:graphicFrameLocks noChangeAspect="1"/>
          </p:cNvGraphicFramePr>
          <p:nvPr/>
        </p:nvGraphicFramePr>
        <p:xfrm>
          <a:off x="250825" y="908050"/>
          <a:ext cx="8713788" cy="5060950"/>
        </p:xfrm>
        <a:graphic>
          <a:graphicData uri="http://schemas.openxmlformats.org/presentationml/2006/ole">
            <mc:AlternateContent xmlns:mc="http://schemas.openxmlformats.org/markup-compatibility/2006">
              <mc:Choice xmlns:v="urn:schemas-microsoft-com:vml" Requires="v">
                <p:oleObj name="Image" r:id="rId3" imgW="7720635" imgH="4482540" progId="Photoshop.Image.7">
                  <p:embed/>
                </p:oleObj>
              </mc:Choice>
              <mc:Fallback>
                <p:oleObj name="Image" r:id="rId3" imgW="7720635" imgH="4482540" progId="Photoshop.Image.7">
                  <p:embed/>
                  <p:pic>
                    <p:nvPicPr>
                      <p:cNvPr id="1945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908050"/>
                        <a:ext cx="8713788" cy="506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16976446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827584" y="476672"/>
            <a:ext cx="7772400" cy="2101850"/>
          </a:xfrm>
        </p:spPr>
        <p:txBody>
          <a:bodyPr>
            <a:normAutofit/>
          </a:bodyPr>
          <a:lstStyle/>
          <a:p>
            <a:r>
              <a:rPr lang="es-ES" altLang="es-GT" sz="2800" dirty="0">
                <a:solidFill>
                  <a:schemeClr val="tx1"/>
                </a:solidFill>
              </a:rPr>
              <a:t>  La obtención del par de claves y de los certificados digitales</a:t>
            </a:r>
          </a:p>
        </p:txBody>
      </p:sp>
      <p:sp>
        <p:nvSpPr>
          <p:cNvPr id="14340" name="Rectangle 4"/>
          <p:cNvSpPr>
            <a:spLocks noGrp="1" noChangeArrowheads="1"/>
          </p:cNvSpPr>
          <p:nvPr>
            <p:ph type="body" sz="half" idx="2"/>
          </p:nvPr>
        </p:nvSpPr>
        <p:spPr>
          <a:xfrm>
            <a:off x="899592" y="2276872"/>
            <a:ext cx="7772400" cy="3254896"/>
          </a:xfrm>
        </p:spPr>
        <p:txBody>
          <a:bodyPr/>
          <a:lstStyle/>
          <a:p>
            <a:pPr algn="just"/>
            <a:r>
              <a:rPr lang="es-ES" altLang="es-GT" dirty="0">
                <a:solidFill>
                  <a:schemeClr val="tx2"/>
                </a:solidFill>
                <a:cs typeface="Times New Roman" panose="02020603050405020304" pitchFamily="18" charset="0"/>
              </a:rPr>
              <a:t>Las Autoridades de certificación son las encargadas de crear el par de claves (pública y privada) para una persona y expiden el certificado digital correspondiente a ese par de claves.</a:t>
            </a:r>
          </a:p>
        </p:txBody>
      </p:sp>
    </p:spTree>
    <p:extLst>
      <p:ext uri="{BB962C8B-B14F-4D97-AF65-F5344CB8AC3E}">
        <p14:creationId xmlns:p14="http://schemas.microsoft.com/office/powerpoint/2010/main" val="116807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8" name="Rectangle 6"/>
          <p:cNvSpPr>
            <a:spLocks noGrp="1" noChangeArrowheads="1"/>
          </p:cNvSpPr>
          <p:nvPr>
            <p:ph type="ctrTitle"/>
          </p:nvPr>
        </p:nvSpPr>
        <p:spPr>
          <a:xfrm>
            <a:off x="2195736" y="2852936"/>
            <a:ext cx="4604048" cy="1143000"/>
          </a:xfrm>
        </p:spPr>
        <p:txBody>
          <a:bodyPr>
            <a:normAutofit fontScale="90000"/>
          </a:bodyPr>
          <a:lstStyle/>
          <a:p>
            <a:r>
              <a:rPr lang="es-ES" altLang="es-GT" dirty="0"/>
              <a:t>Muchas gracias</a:t>
            </a:r>
            <a:br>
              <a:rPr lang="es-ES" altLang="es-GT" dirty="0"/>
            </a:br>
            <a:endParaRPr lang="es-ES" altLang="es-GT" dirty="0"/>
          </a:p>
        </p:txBody>
      </p:sp>
    </p:spTree>
    <p:extLst>
      <p:ext uri="{BB962C8B-B14F-4D97-AF65-F5344CB8AC3E}">
        <p14:creationId xmlns:p14="http://schemas.microsoft.com/office/powerpoint/2010/main" val="29419910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urrencia">
  <a:themeElements>
    <a:clrScheme name="Concurrencia">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urrencia">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urrencia">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760</TotalTime>
  <Words>836</Words>
  <Application>Microsoft Office PowerPoint</Application>
  <PresentationFormat>Presentación en pantalla (4:3)</PresentationFormat>
  <Paragraphs>69</Paragraphs>
  <Slides>17</Slides>
  <Notes>0</Notes>
  <HiddenSlides>0</HiddenSlides>
  <MMClips>0</MMClips>
  <ScaleCrop>false</ScaleCrop>
  <HeadingPairs>
    <vt:vector size="8" baseType="variant">
      <vt:variant>
        <vt:lpstr>Fuentes usadas</vt:lpstr>
      </vt:variant>
      <vt:variant>
        <vt:i4>7</vt:i4>
      </vt:variant>
      <vt:variant>
        <vt:lpstr>Tema</vt:lpstr>
      </vt:variant>
      <vt:variant>
        <vt:i4>1</vt:i4>
      </vt:variant>
      <vt:variant>
        <vt:lpstr>Servidores OLE incrustados</vt:lpstr>
      </vt:variant>
      <vt:variant>
        <vt:i4>1</vt:i4>
      </vt:variant>
      <vt:variant>
        <vt:lpstr>Títulos de diapositiva</vt:lpstr>
      </vt:variant>
      <vt:variant>
        <vt:i4>17</vt:i4>
      </vt:variant>
    </vt:vector>
  </HeadingPairs>
  <TitlesOfParts>
    <vt:vector size="26" baseType="lpstr">
      <vt:lpstr>Arial</vt:lpstr>
      <vt:lpstr>Calibri</vt:lpstr>
      <vt:lpstr>Lucida Sans Unicode</vt:lpstr>
      <vt:lpstr>Times New Roman</vt:lpstr>
      <vt:lpstr>Verdana</vt:lpstr>
      <vt:lpstr>Wingdings 2</vt:lpstr>
      <vt:lpstr>Wingdings 3</vt:lpstr>
      <vt:lpstr>Concurrencia</vt:lpstr>
      <vt:lpstr>Image</vt:lpstr>
      <vt:lpstr>Firma Electrónica.</vt:lpstr>
      <vt:lpstr>Introducción</vt:lpstr>
      <vt:lpstr>¿Qué es la Firma Digital?</vt:lpstr>
      <vt:lpstr>Función de la Firma Digital</vt:lpstr>
      <vt:lpstr>¿En qué se basa la Firma Digital?</vt:lpstr>
      <vt:lpstr>Criptografía.</vt:lpstr>
      <vt:lpstr>Criptografía de clave asimétrica</vt:lpstr>
      <vt:lpstr>Criptografía</vt:lpstr>
      <vt:lpstr>Algoritmo</vt:lpstr>
      <vt:lpstr>Clave privada</vt:lpstr>
      <vt:lpstr>Clave pública</vt:lpstr>
      <vt:lpstr>Seguridad</vt:lpstr>
      <vt:lpstr>Las funciones Hash</vt:lpstr>
      <vt:lpstr>Integridad de archivo (FUNCION HASH)</vt:lpstr>
      <vt:lpstr>Presentación de PowerPoint</vt:lpstr>
      <vt:lpstr>  La obtención del par de claves y de los certificados digitales</vt:lpstr>
      <vt:lpstr>Muchas gracias </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INTERRUPCIONES</dc:title>
  <dc:creator>ferrant</dc:creator>
  <cp:lastModifiedBy>José Eduardo Echeverria</cp:lastModifiedBy>
  <cp:revision>105</cp:revision>
  <dcterms:created xsi:type="dcterms:W3CDTF">2011-09-22T16:04:00Z</dcterms:created>
  <dcterms:modified xsi:type="dcterms:W3CDTF">2024-04-06T17:32:40Z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1033-11.2.0.9169</vt:lpwstr>
  </property>
</Properties>
</file>